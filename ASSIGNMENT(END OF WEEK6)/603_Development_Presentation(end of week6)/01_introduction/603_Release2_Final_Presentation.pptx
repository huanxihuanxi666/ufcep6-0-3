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dea7a2463f4596" /><Relationship Type="http://schemas.openxmlformats.org/officeDocument/2006/relationships/extended-properties" Target="/docProps/app.xml" Id="R2369515d90144731" /><Relationship Type="http://schemas.openxmlformats.org/officeDocument/2006/relationships/officeDocument" Target="/ppt/presentation.xml" Id="R66b562b7b56846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5dcf9e67674617"/>
  </p:sldMasterIdLst>
  <p:notesMasterIdLst>
    <p:notesMasterId xmlns:r="http://schemas.openxmlformats.org/officeDocument/2006/relationships" r:id="R4b47f0fca1424f58"/>
  </p:notesMasterIdLst>
  <p:sldIdLst>
    <p:sldId xmlns:r="http://schemas.openxmlformats.org/officeDocument/2006/relationships" id="256" r:id="R8393034f32204860"/>
    <p:sldId xmlns:r="http://schemas.openxmlformats.org/officeDocument/2006/relationships" id="257" r:id="Rf420373675c54c22"/>
    <p:sldId xmlns:r="http://schemas.openxmlformats.org/officeDocument/2006/relationships" id="258" r:id="R5b50b583ed8649c6"/>
    <p:sldId xmlns:r="http://schemas.openxmlformats.org/officeDocument/2006/relationships" id="259" r:id="R9db0d17f12cd466e"/>
    <p:sldId xmlns:r="http://schemas.openxmlformats.org/officeDocument/2006/relationships" id="260" r:id="Rb2e0f8e35d7145ef"/>
    <p:sldId xmlns:r="http://schemas.openxmlformats.org/officeDocument/2006/relationships" id="261" r:id="R0a947f9542a44b5d"/>
    <p:sldId xmlns:r="http://schemas.openxmlformats.org/officeDocument/2006/relationships" id="262" r:id="Rc11d44ed26f4499e"/>
    <p:sldId xmlns:r="http://schemas.openxmlformats.org/officeDocument/2006/relationships" id="263" r:id="Rb53ec0fdae5f48a0"/>
    <p:sldId xmlns:r="http://schemas.openxmlformats.org/officeDocument/2006/relationships" id="264" r:id="Rb15ca40ab0aa431b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0e9e87078f4384" /><Relationship Type="http://schemas.openxmlformats.org/officeDocument/2006/relationships/slideMaster" Target="/ppt/slideMasters/slideMaster1.xml" Id="Rb95dcf9e67674617" /><Relationship Type="http://schemas.openxmlformats.org/officeDocument/2006/relationships/notesMaster" Target="/ppt/notesMasters/notesMaster1.xml" Id="R4b47f0fca1424f58" /><Relationship Type="http://schemas.openxmlformats.org/officeDocument/2006/relationships/presProps" Target="/ppt/presProps.xml" Id="R714782b0c112493a" /><Relationship Type="http://schemas.openxmlformats.org/officeDocument/2006/relationships/viewProps" Target="/ppt/viewProps.xml" Id="R8252a1642ebf4f3f" /><Relationship Type="http://schemas.openxmlformats.org/officeDocument/2006/relationships/tableStyles" Target="/ppt/tableStyles.xml" Id="R49c07e7cc0a343c4" /><Relationship Type="http://schemas.openxmlformats.org/officeDocument/2006/relationships/slide" Target="/ppt/slides/slide1.xml" Id="R8393034f32204860" /><Relationship Type="http://schemas.openxmlformats.org/officeDocument/2006/relationships/slide" Target="/ppt/slides/slide2.xml" Id="Rf420373675c54c22" /><Relationship Type="http://schemas.openxmlformats.org/officeDocument/2006/relationships/slide" Target="/ppt/slides/slide3.xml" Id="R5b50b583ed8649c6" /><Relationship Type="http://schemas.openxmlformats.org/officeDocument/2006/relationships/slide" Target="/ppt/slides/slide4.xml" Id="R9db0d17f12cd466e" /><Relationship Type="http://schemas.openxmlformats.org/officeDocument/2006/relationships/slide" Target="/ppt/slides/slide5.xml" Id="Rb2e0f8e35d7145ef" /><Relationship Type="http://schemas.openxmlformats.org/officeDocument/2006/relationships/slide" Target="/ppt/slides/slide6.xml" Id="R0a947f9542a44b5d" /><Relationship Type="http://schemas.openxmlformats.org/officeDocument/2006/relationships/slide" Target="/ppt/slides/slide7.xml" Id="Rc11d44ed26f4499e" /><Relationship Type="http://schemas.openxmlformats.org/officeDocument/2006/relationships/slide" Target="/ppt/slides/slide8.xml" Id="Rb53ec0fdae5f48a0" /><Relationship Type="http://schemas.openxmlformats.org/officeDocument/2006/relationships/slide" Target="/ppt/slides/slide9.xml" Id="Rb15ca40ab0aa43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c07e875bdd44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589f9b622a4569" /><Relationship Type="http://schemas.openxmlformats.org/officeDocument/2006/relationships/notesMaster" Target="/ppt/notesMasters/notesMaster1.xml" Id="Re1c0d59bbcb74a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d87334da984430" /><Relationship Type="http://schemas.openxmlformats.org/officeDocument/2006/relationships/notesMaster" Target="/ppt/notesMasters/notesMaster1.xml" Id="Rc6ae96bb044f48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99677a3fa546e3" /><Relationship Type="http://schemas.openxmlformats.org/officeDocument/2006/relationships/notesMaster" Target="/ppt/notesMasters/notesMaster1.xml" Id="Rbfa3e7c790f34d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37bed6c5dd45d9" /><Relationship Type="http://schemas.openxmlformats.org/officeDocument/2006/relationships/notesMaster" Target="/ppt/notesMasters/notesMaster1.xml" Id="Rf115d0050c8a47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d08cc1f69c4b18" /><Relationship Type="http://schemas.openxmlformats.org/officeDocument/2006/relationships/notesMaster" Target="/ppt/notesMasters/notesMaster1.xml" Id="R8ed7d30a916241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17a194173a42dc" /><Relationship Type="http://schemas.openxmlformats.org/officeDocument/2006/relationships/notesMaster" Target="/ppt/notesMasters/notesMaster1.xml" Id="R3ee852385ce240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21b7f1a46e4ecb" /><Relationship Type="http://schemas.openxmlformats.org/officeDocument/2006/relationships/notesMaster" Target="/ppt/notesMasters/notesMaster1.xml" Id="R3243bda0fd8d4a5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246288edf3445b" /><Relationship Type="http://schemas.openxmlformats.org/officeDocument/2006/relationships/notesMaster" Target="/ppt/notesMasters/notesMaster1.xml" Id="R0bea34d65ecf42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320ce27ecd4465" /><Relationship Type="http://schemas.openxmlformats.org/officeDocument/2006/relationships/notesMaster" Target="/ppt/notesMasters/notesMaster1.xml" Id="R228a7585405d4f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194aefdd1147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a0e3f0213c4e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817c3d78b46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bc8a2e932646b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db4306cd4a4a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c35003302f48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5B3FB0-1513-41D9-B742-E78887B11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6DCF4C5-2F43-4582-97CD-AB9262A5F4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53C9E3F-E452-4BAA-A430-F80F4E508A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BAB8A8-ADB2-47C7-B810-700434B831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848B75C-D6F3-41DF-AB78-ED5AFB8FB7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F491433-BB78-474A-83E4-C895A3ABF7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CEB73E-608E-4123-94F6-FD73BB64F8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419418-FB53-4883-9ABA-BC26256B75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83B295-C3BB-4811-AC47-A31E53E6B0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CAE025-A2E3-43F3-AC42-8DC257D640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f2aa922f2c4642" /><Relationship Type="http://schemas.openxmlformats.org/officeDocument/2006/relationships/slideLayout" Target="/ppt/slideLayouts/slideLayout1.xml" Id="Rddfa6b383f284bd7" /><Relationship Type="http://schemas.openxmlformats.org/officeDocument/2006/relationships/slideLayout" Target="/ppt/slideLayouts/slideLayout2.xml" Id="R50931f72c88b49d5" /><Relationship Type="http://schemas.openxmlformats.org/officeDocument/2006/relationships/slideLayout" Target="/ppt/slideLayouts/slideLayout3.xml" Id="R2cba3911ed2a47d5" /><Relationship Type="http://schemas.openxmlformats.org/officeDocument/2006/relationships/slideLayout" Target="/ppt/slideLayouts/slideLayout4.xml" Id="R187d4a46835a4a50" /><Relationship Type="http://schemas.openxmlformats.org/officeDocument/2006/relationships/slideLayout" Target="/ppt/slideLayouts/slideLayout5.xml" Id="R7920e3125e9742e2" /><Relationship Type="http://schemas.openxmlformats.org/officeDocument/2006/relationships/slideLayout" Target="/ppt/slideLayouts/slideLayout6.xml" Id="Rccf5240739314f5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fa6b383f284bd7"/>
    <p:sldLayoutId xmlns:r="http://schemas.openxmlformats.org/officeDocument/2006/relationships" id="2147483650" r:id="R50931f72c88b49d5"/>
    <p:sldLayoutId xmlns:r="http://schemas.openxmlformats.org/officeDocument/2006/relationships" id="2147483651" r:id="R2cba3911ed2a47d5"/>
    <p:sldLayoutId xmlns:r="http://schemas.openxmlformats.org/officeDocument/2006/relationships" id="2147483652" r:id="R187d4a46835a4a50"/>
    <p:sldLayoutId xmlns:r="http://schemas.openxmlformats.org/officeDocument/2006/relationships" id="2147483653" r:id="R7920e3125e9742e2"/>
    <p:sldLayoutId xmlns:r="http://schemas.openxmlformats.org/officeDocument/2006/relationships" id="2147483654" r:id="Rccf5240739314f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e31c1cfcc5447a" /><Relationship Type="http://schemas.openxmlformats.org/officeDocument/2006/relationships/notesSlide" Target="/ppt/notesSlides/notesSlide1.xml" Id="Rb11c24731a454e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ebc05d77fd4632" /><Relationship Type="http://schemas.openxmlformats.org/officeDocument/2006/relationships/notesSlide" Target="/ppt/notesSlides/notesSlide2.xml" Id="R5d1c93e2d02547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7f6e74a33d47e4" /><Relationship Type="http://schemas.openxmlformats.org/officeDocument/2006/relationships/notesSlide" Target="/ppt/notesSlides/notesSlide3.xml" Id="Reff08fe913404d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dc6d195fd84e94" /><Relationship Type="http://schemas.openxmlformats.org/officeDocument/2006/relationships/notesSlide" Target="/ppt/notesSlides/notesSlide4.xml" Id="R038b7c5f811f4e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c2731f82c246bf" /><Relationship Type="http://schemas.openxmlformats.org/officeDocument/2006/relationships/notesSlide" Target="/ppt/notesSlides/notesSlide5.xml" Id="R4d8b80cdf7da44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b3c154eda04d0b" /><Relationship Type="http://schemas.openxmlformats.org/officeDocument/2006/relationships/notesSlide" Target="/ppt/notesSlides/notesSlide6.xml" Id="R4a2b289936b04f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c1318799b64ff2" /><Relationship Type="http://schemas.openxmlformats.org/officeDocument/2006/relationships/image" Target="/ppt/media/image.png" Id="Rfc4dc811934e4f10" /><Relationship Type="http://schemas.openxmlformats.org/officeDocument/2006/relationships/image" Target="/ppt/media/image2.png" Id="R7a8d8307b72c464d" /><Relationship Type="http://schemas.openxmlformats.org/officeDocument/2006/relationships/notesSlide" Target="/ppt/notesSlides/notesSlide7.xml" Id="R4e94ae7ee3094f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a6a0874ff74c59" /><Relationship Type="http://schemas.openxmlformats.org/officeDocument/2006/relationships/notesSlide" Target="/ppt/notesSlides/notesSlide8.xml" Id="Rda7acce872cd42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3813d91ba1489d" /><Relationship Type="http://schemas.openxmlformats.org/officeDocument/2006/relationships/notesSlide" Target="/ppt/notesSlides/notesSlide9.xml" Id="R553896fb2f774c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2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97AF1DA-C02C-497A-A7E7-99BAC8A5C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93C5FD"/>
                </a:solidFill>
              </a:defRPr>
            </a:defPPr>
            <a:lvl1pPr>
              <a:defRPr sz="1350" b="1">
                <a:solidFill>
                  <a:srgbClr val="93C5FD"/>
                </a:solidFill>
              </a:defRPr>
            </a:lvl1pPr>
            <a:lvl2pPr>
              <a:defRPr sz="1350" b="1">
                <a:solidFill>
                  <a:srgbClr val="93C5FD"/>
                </a:solidFill>
              </a:defRPr>
            </a:lvl2pPr>
            <a:lvl3pPr>
              <a:defRPr sz="1350" b="1">
                <a:solidFill>
                  <a:srgbClr val="93C5FD"/>
                </a:solidFill>
              </a:defRPr>
            </a:lvl3pPr>
            <a:lvl4pPr>
              <a:defRPr sz="1350" b="1">
                <a:solidFill>
                  <a:srgbClr val="93C5FD"/>
                </a:solidFill>
              </a:defRPr>
            </a:lvl4pPr>
            <a:lvl5pPr>
              <a:defRPr sz="1350" b="1">
                <a:solidFill>
                  <a:srgbClr val="93C5FD"/>
                </a:solidFill>
              </a:defRPr>
            </a:lvl5pPr>
            <a:lvl6pPr>
              <a:defRPr sz="1350" b="1">
                <a:solidFill>
                  <a:srgbClr val="93C5FD"/>
                </a:solidFill>
              </a:defRPr>
            </a:lvl6pPr>
            <a:lvl7pPr>
              <a:defRPr sz="1350" b="1">
                <a:solidFill>
                  <a:srgbClr val="93C5FD"/>
                </a:solidFill>
              </a:defRPr>
            </a:lvl7pPr>
            <a:lvl8pPr>
              <a:defRPr sz="1350" b="1">
                <a:solidFill>
                  <a:srgbClr val="93C5FD"/>
                </a:solidFill>
              </a:defRPr>
            </a:lvl8pPr>
            <a:lvl9pPr>
              <a:defRPr sz="1350" b="1">
                <a:solidFill>
                  <a:srgbClr val="93C5FD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93C5FD"/>
                </a:solidFill>
              </a:defRPr>
            </a:pPr>
            <a:r>
              <a:rPr sz="1350" b="1">
                <a:solidFill>
                  <a:srgbClr val="93C5FD"/>
                </a:solidFill>
              </a:rPr>
              <a:t>UFCEP6 0 3</a:t>
            </a:r>
            <a:endParaRPr sz="1350" b="1">
              <a:solidFill>
                <a:srgbClr val="93C5FD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78FB44F-C43E-4348-B5AA-F144EB25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762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</a:defRPr>
            </a:defPPr>
            <a:lvl1pPr>
              <a:defRPr sz="3300" b="1">
                <a:solidFill>
                  <a:srgbClr val="FFFFFF"/>
                </a:solidFill>
              </a:defRPr>
            </a:lvl1pPr>
            <a:lvl2pPr>
              <a:defRPr sz="3300" b="1">
                <a:solidFill>
                  <a:srgbClr val="FFFFFF"/>
                </a:solidFill>
              </a:defRPr>
            </a:lvl2pPr>
            <a:lvl3pPr>
              <a:defRPr sz="3300" b="1">
                <a:solidFill>
                  <a:srgbClr val="FFFFFF"/>
                </a:solidFill>
              </a:defRPr>
            </a:lvl3pPr>
            <a:lvl4pPr>
              <a:defRPr sz="3300" b="1">
                <a:solidFill>
                  <a:srgbClr val="FFFFFF"/>
                </a:solidFill>
              </a:defRPr>
            </a:lvl4pPr>
            <a:lvl5pPr>
              <a:defRPr sz="3300" b="1">
                <a:solidFill>
                  <a:srgbClr val="FFFFFF"/>
                </a:solidFill>
              </a:defRPr>
            </a:lvl5pPr>
            <a:lvl6pPr>
              <a:defRPr sz="3300" b="1">
                <a:solidFill>
                  <a:srgbClr val="FFFFFF"/>
                </a:solidFill>
              </a:defRPr>
            </a:lvl6pPr>
            <a:lvl7pPr>
              <a:defRPr sz="3300" b="1">
                <a:solidFill>
                  <a:srgbClr val="FFFFFF"/>
                </a:solidFill>
              </a:defRPr>
            </a:lvl7pPr>
            <a:lvl8pPr>
              <a:defRPr sz="3300" b="1">
                <a:solidFill>
                  <a:srgbClr val="FFFFFF"/>
                </a:solidFill>
              </a:defRPr>
            </a:lvl8pPr>
            <a:lvl9pPr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Release 2 Integrated</a:t>
            </a:r>
            <a:endParaRPr sz="3300" b="1">
              <a:solidFill>
                <a:srgbClr val="FFFFFF"/>
              </a:solidFill>
            </a:endParaRPr>
          </a:p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Hospital Patient Pathway</a:t>
            </a:r>
            <a:endParaRPr sz="3300" b="1">
              <a:solidFill>
                <a:srgbClr val="FFFFFF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B879C40-E0B6-4B9C-8FF2-BBC4DF0A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CE9F7"/>
                </a:solidFill>
              </a:defRPr>
            </a:defPPr>
            <a:lvl1pPr>
              <a:defRPr sz="1725" b="0">
                <a:solidFill>
                  <a:srgbClr val="DCE9F7"/>
                </a:solidFill>
              </a:defRPr>
            </a:lvl1pPr>
            <a:lvl2pPr>
              <a:defRPr sz="1725" b="0">
                <a:solidFill>
                  <a:srgbClr val="DCE9F7"/>
                </a:solidFill>
              </a:defRPr>
            </a:lvl2pPr>
            <a:lvl3pPr>
              <a:defRPr sz="1725" b="0">
                <a:solidFill>
                  <a:srgbClr val="DCE9F7"/>
                </a:solidFill>
              </a:defRPr>
            </a:lvl3pPr>
            <a:lvl4pPr>
              <a:defRPr sz="1725" b="0">
                <a:solidFill>
                  <a:srgbClr val="DCE9F7"/>
                </a:solidFill>
              </a:defRPr>
            </a:lvl4pPr>
            <a:lvl5pPr>
              <a:defRPr sz="1725" b="0">
                <a:solidFill>
                  <a:srgbClr val="DCE9F7"/>
                </a:solidFill>
              </a:defRPr>
            </a:lvl5pPr>
            <a:lvl6pPr>
              <a:defRPr sz="1725" b="0">
                <a:solidFill>
                  <a:srgbClr val="DCE9F7"/>
                </a:solidFill>
              </a:defRPr>
            </a:lvl6pPr>
            <a:lvl7pPr>
              <a:defRPr sz="1725" b="0">
                <a:solidFill>
                  <a:srgbClr val="DCE9F7"/>
                </a:solidFill>
              </a:defRPr>
            </a:lvl7pPr>
            <a:lvl8pPr>
              <a:defRPr sz="1725" b="0">
                <a:solidFill>
                  <a:srgbClr val="DCE9F7"/>
                </a:solidFill>
              </a:defRPr>
            </a:lvl8pPr>
            <a:lvl9pPr>
              <a:defRPr sz="1725" b="0">
                <a:solidFill>
                  <a:srgbClr val="DCE9F7"/>
                </a:solidFill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DCE9F7"/>
                </a:solidFill>
              </a:defRPr>
            </a:pPr>
            <a:r>
              <a:rPr sz="1725" b="0">
                <a:solidFill>
                  <a:srgbClr val="DCE9F7"/>
                </a:solidFill>
              </a:rPr>
              <a:t>Operational BPMN, Camunda Forms, external workers and persistence</a:t>
            </a:r>
            <a:endParaRPr sz="1725" b="0">
              <a:solidFill>
                <a:srgbClr val="DCE9F7"/>
              </a:solidFill>
            </a:endParaRPr>
          </a:p>
        </p:txBody>
      </p:sp>
      <p:sp>
        <p:nvSpPr>
          <p:cNvPr id="4" name="圆角矩形 3">
            <a:extLst xmlns:a="http://schemas.openxmlformats.org/drawingml/2006/main">
              <a:ext uri="{FF2B5EF4-FFF2-40B4-BE49-F238E27FC236}">
                <a16:creationId xmlns:a16="http://schemas.microsoft.com/office/drawing/2014/main" id="{70EC924F-40A5-419F-B03F-1A030924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0012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234864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AE17B71-49A5-45E7-8395-2DA023DC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FFFFF"/>
                </a:solidFill>
              </a:defRPr>
            </a:defPPr>
            <a:lvl1pPr>
              <a:defRPr sz="1500" b="0">
                <a:solidFill>
                  <a:srgbClr val="FFFFFF"/>
                </a:solidFill>
              </a:defRPr>
            </a:lvl1pPr>
            <a:lvl2pPr>
              <a:defRPr sz="1500" b="0">
                <a:solidFill>
                  <a:srgbClr val="FFFFFF"/>
                </a:solidFill>
              </a:defRPr>
            </a:lvl2pPr>
            <a:lvl3pPr>
              <a:defRPr sz="1500" b="0">
                <a:solidFill>
                  <a:srgbClr val="FFFFFF"/>
                </a:solidFill>
              </a:defRPr>
            </a:lvl3pPr>
            <a:lvl4pPr>
              <a:defRPr sz="1500" b="0">
                <a:solidFill>
                  <a:srgbClr val="FFFFFF"/>
                </a:solidFill>
              </a:defRPr>
            </a:lvl4pPr>
            <a:lvl5pPr>
              <a:defRPr sz="1500" b="0">
                <a:solidFill>
                  <a:srgbClr val="FFFFFF"/>
                </a:solidFill>
              </a:defRPr>
            </a:lvl5pPr>
            <a:lvl6pPr>
              <a:defRPr sz="1500" b="0">
                <a:solidFill>
                  <a:srgbClr val="FFFFFF"/>
                </a:solidFill>
              </a:defRPr>
            </a:lvl6pPr>
            <a:lvl7pPr>
              <a:defRPr sz="1500" b="0">
                <a:solidFill>
                  <a:srgbClr val="FFFFFF"/>
                </a:solidFill>
              </a:defRPr>
            </a:lvl7pPr>
            <a:lvl8pPr>
              <a:defRPr sz="1500" b="0">
                <a:solidFill>
                  <a:srgbClr val="FFFFFF"/>
                </a:solidFill>
              </a:defRPr>
            </a:lvl8pPr>
            <a:lvl9pPr>
              <a:defRPr sz="15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Submission package includes presentation, evidence documents, executable BPMN, forms, worker source and run instructions.</a:t>
            </a:r>
            <a:endParaRPr sz="1500" b="0">
              <a:solidFill>
                <a:srgbClr val="FFFFFF"/>
              </a:solidFill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27E4158-08CE-47D0-BF50-DF8F0927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93C5FD"/>
                </a:solidFill>
              </a:defRPr>
            </a:defPPr>
            <a:lvl1pPr>
              <a:defRPr sz="1125" b="1">
                <a:solidFill>
                  <a:srgbClr val="93C5FD"/>
                </a:solidFill>
              </a:defRPr>
            </a:lvl1pPr>
            <a:lvl2pPr>
              <a:defRPr sz="1125" b="1">
                <a:solidFill>
                  <a:srgbClr val="93C5FD"/>
                </a:solidFill>
              </a:defRPr>
            </a:lvl2pPr>
            <a:lvl3pPr>
              <a:defRPr sz="1125" b="1">
                <a:solidFill>
                  <a:srgbClr val="93C5FD"/>
                </a:solidFill>
              </a:defRPr>
            </a:lvl3pPr>
            <a:lvl4pPr>
              <a:defRPr sz="1125" b="1">
                <a:solidFill>
                  <a:srgbClr val="93C5FD"/>
                </a:solidFill>
              </a:defRPr>
            </a:lvl4pPr>
            <a:lvl5pPr>
              <a:defRPr sz="1125" b="1">
                <a:solidFill>
                  <a:srgbClr val="93C5FD"/>
                </a:solidFill>
              </a:defRPr>
            </a:lvl5pPr>
            <a:lvl6pPr>
              <a:defRPr sz="1125" b="1">
                <a:solidFill>
                  <a:srgbClr val="93C5FD"/>
                </a:solidFill>
              </a:defRPr>
            </a:lvl6pPr>
            <a:lvl7pPr>
              <a:defRPr sz="1125" b="1">
                <a:solidFill>
                  <a:srgbClr val="93C5FD"/>
                </a:solidFill>
              </a:defRPr>
            </a:lvl7pPr>
            <a:lvl8pPr>
              <a:defRPr sz="1125" b="1">
                <a:solidFill>
                  <a:srgbClr val="93C5FD"/>
                </a:solidFill>
              </a:defRPr>
            </a:lvl8pPr>
            <a:lvl9pPr>
              <a:defRPr sz="1125" b="1">
                <a:solidFill>
                  <a:srgbClr val="93C5FD"/>
                </a:solidFill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93C5FD"/>
                </a:solidFill>
              </a:defRPr>
            </a:pPr>
            <a:r>
              <a:rPr sz="1125" b="1">
                <a:solidFill>
                  <a:srgbClr val="93C5FD"/>
                </a:solidFill>
              </a:rPr>
              <a:t>20 October 2026</a:t>
            </a:r>
            <a:endParaRPr sz="1125" b="1">
              <a:solidFill>
                <a:srgbClr val="93C5F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3870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FB04295-F15D-46F0-A496-4FD09555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F766E"/>
                </a:solidFill>
              </a:defRPr>
            </a:defPPr>
            <a:lvl1pPr>
              <a:defRPr sz="1050" b="1">
                <a:solidFill>
                  <a:srgbClr val="0F766E"/>
                </a:solidFill>
              </a:defRPr>
            </a:lvl1pPr>
            <a:lvl2pPr>
              <a:defRPr sz="1050" b="1">
                <a:solidFill>
                  <a:srgbClr val="0F766E"/>
                </a:solidFill>
              </a:defRPr>
            </a:lvl2pPr>
            <a:lvl3pPr>
              <a:defRPr sz="1050" b="1">
                <a:solidFill>
                  <a:srgbClr val="0F766E"/>
                </a:solidFill>
              </a:defRPr>
            </a:lvl3pPr>
            <a:lvl4pPr>
              <a:defRPr sz="1050" b="1">
                <a:solidFill>
                  <a:srgbClr val="0F766E"/>
                </a:solidFill>
              </a:defRPr>
            </a:lvl4pPr>
            <a:lvl5pPr>
              <a:defRPr sz="1050" b="1">
                <a:solidFill>
                  <a:srgbClr val="0F766E"/>
                </a:solidFill>
              </a:defRPr>
            </a:lvl5pPr>
            <a:lvl6pPr>
              <a:defRPr sz="1050" b="1">
                <a:solidFill>
                  <a:srgbClr val="0F766E"/>
                </a:solidFill>
              </a:defRPr>
            </a:lvl6pPr>
            <a:lvl7pPr>
              <a:defRPr sz="1050" b="1">
                <a:solidFill>
                  <a:srgbClr val="0F766E"/>
                </a:solidFill>
              </a:defRPr>
            </a:lvl7pPr>
            <a:lvl8pPr>
              <a:defRPr sz="1050" b="1">
                <a:solidFill>
                  <a:srgbClr val="0F766E"/>
                </a:solidFill>
              </a:defRPr>
            </a:lvl8pPr>
            <a:lvl9pPr>
              <a:defRPr sz="10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UFCEP6 0 3  Release 2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B0B67F1-1652-433F-A16F-9FF30B9F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8324A"/>
                </a:solidFill>
              </a:defRPr>
            </a:defPPr>
            <a:lvl1pPr>
              <a:defRPr sz="2400" b="1">
                <a:solidFill>
                  <a:srgbClr val="18324A"/>
                </a:solidFill>
              </a:defRPr>
            </a:lvl1pPr>
            <a:lvl2pPr>
              <a:defRPr sz="2400" b="1">
                <a:solidFill>
                  <a:srgbClr val="18324A"/>
                </a:solidFill>
              </a:defRPr>
            </a:lvl2pPr>
            <a:lvl3pPr>
              <a:defRPr sz="2400" b="1">
                <a:solidFill>
                  <a:srgbClr val="18324A"/>
                </a:solidFill>
              </a:defRPr>
            </a:lvl3pPr>
            <a:lvl4pPr>
              <a:defRPr sz="2400" b="1">
                <a:solidFill>
                  <a:srgbClr val="18324A"/>
                </a:solidFill>
              </a:defRPr>
            </a:lvl4pPr>
            <a:lvl5pPr>
              <a:defRPr sz="2400" b="1">
                <a:solidFill>
                  <a:srgbClr val="18324A"/>
                </a:solidFill>
              </a:defRPr>
            </a:lvl5pPr>
            <a:lvl6pPr>
              <a:defRPr sz="2400" b="1">
                <a:solidFill>
                  <a:srgbClr val="18324A"/>
                </a:solidFill>
              </a:defRPr>
            </a:lvl6pPr>
            <a:lvl7pPr>
              <a:defRPr sz="2400" b="1">
                <a:solidFill>
                  <a:srgbClr val="18324A"/>
                </a:solidFill>
              </a:defRPr>
            </a:lvl7pPr>
            <a:lvl8pPr>
              <a:defRPr sz="2400" b="1">
                <a:solidFill>
                  <a:srgbClr val="18324A"/>
                </a:solidFill>
              </a:defRPr>
            </a:lvl8pPr>
            <a:lvl9pPr>
              <a:defRPr sz="2400" b="1">
                <a:solidFill>
                  <a:srgbClr val="18324A"/>
                </a:solidFill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8324A"/>
                </a:solidFill>
              </a:defRPr>
            </a:pPr>
            <a:r>
              <a:rPr sz="2400" b="1">
                <a:solidFill>
                  <a:srgbClr val="18324A"/>
                </a:solidFill>
              </a:rPr>
              <a:t>Release 2 system scope</a:t>
            </a:r>
            <a:endParaRPr sz="2400" b="1">
              <a:solidFill>
                <a:srgbClr val="18324A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CB0F329-A0C8-48CA-A096-325AC029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26276"/>
                </a:solidFill>
              </a:defRPr>
            </a:defPPr>
            <a:lvl1pPr>
              <a:defRPr sz="1050" b="1">
                <a:solidFill>
                  <a:srgbClr val="526276"/>
                </a:solidFill>
              </a:defRPr>
            </a:lvl1pPr>
            <a:lvl2pPr>
              <a:defRPr sz="1050" b="1">
                <a:solidFill>
                  <a:srgbClr val="526276"/>
                </a:solidFill>
              </a:defRPr>
            </a:lvl2pPr>
            <a:lvl3pPr>
              <a:defRPr sz="1050" b="1">
                <a:solidFill>
                  <a:srgbClr val="526276"/>
                </a:solidFill>
              </a:defRPr>
            </a:lvl3pPr>
            <a:lvl4pPr>
              <a:defRPr sz="1050" b="1">
                <a:solidFill>
                  <a:srgbClr val="526276"/>
                </a:solidFill>
              </a:defRPr>
            </a:lvl4pPr>
            <a:lvl5pPr>
              <a:defRPr sz="1050" b="1">
                <a:solidFill>
                  <a:srgbClr val="526276"/>
                </a:solidFill>
              </a:defRPr>
            </a:lvl5pPr>
            <a:lvl6pPr>
              <a:defRPr sz="1050" b="1">
                <a:solidFill>
                  <a:srgbClr val="526276"/>
                </a:solidFill>
              </a:defRPr>
            </a:lvl6pPr>
            <a:lvl7pPr>
              <a:defRPr sz="1050" b="1">
                <a:solidFill>
                  <a:srgbClr val="526276"/>
                </a:solidFill>
              </a:defRPr>
            </a:lvl7pPr>
            <a:lvl8pPr>
              <a:defRPr sz="1050" b="1">
                <a:solidFill>
                  <a:srgbClr val="526276"/>
                </a:solidFill>
              </a:defRPr>
            </a:lvl8pPr>
            <a:lvl9pPr>
              <a:defRPr sz="1050" b="1">
                <a:solidFill>
                  <a:srgbClr val="526276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526276"/>
                </a:solidFill>
              </a:defRPr>
            </a:pPr>
            <a:r>
              <a:rPr sz="1050" b="1">
                <a:solidFill>
                  <a:srgbClr val="526276"/>
                </a:solidFill>
              </a:rPr>
              <a:t>02</a:t>
            </a:r>
            <a:endParaRPr sz="1050" b="1">
              <a:solidFill>
                <a:srgbClr val="526276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D840847-14A1-4028-9D62-8C3D94A2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E6B8F310-DF81-476E-A4F8-D2C7B469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F3F4F03-3A22-431A-870F-981AE2D7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609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8324A"/>
                </a:solidFill>
              </a:defRPr>
            </a:defPPr>
            <a:lvl1pPr>
              <a:defRPr sz="1425" b="1">
                <a:solidFill>
                  <a:srgbClr val="18324A"/>
                </a:solidFill>
              </a:defRPr>
            </a:lvl1pPr>
            <a:lvl2pPr>
              <a:defRPr sz="1425" b="1">
                <a:solidFill>
                  <a:srgbClr val="18324A"/>
                </a:solidFill>
              </a:defRPr>
            </a:lvl2pPr>
            <a:lvl3pPr>
              <a:defRPr sz="1425" b="1">
                <a:solidFill>
                  <a:srgbClr val="18324A"/>
                </a:solidFill>
              </a:defRPr>
            </a:lvl3pPr>
            <a:lvl4pPr>
              <a:defRPr sz="1425" b="1">
                <a:solidFill>
                  <a:srgbClr val="18324A"/>
                </a:solidFill>
              </a:defRPr>
            </a:lvl4pPr>
            <a:lvl5pPr>
              <a:defRPr sz="1425" b="1">
                <a:solidFill>
                  <a:srgbClr val="18324A"/>
                </a:solidFill>
              </a:defRPr>
            </a:lvl5pPr>
            <a:lvl6pPr>
              <a:defRPr sz="1425" b="1">
                <a:solidFill>
                  <a:srgbClr val="18324A"/>
                </a:solidFill>
              </a:defRPr>
            </a:lvl6pPr>
            <a:lvl7pPr>
              <a:defRPr sz="1425" b="1">
                <a:solidFill>
                  <a:srgbClr val="18324A"/>
                </a:solidFill>
              </a:defRPr>
            </a:lvl7pPr>
            <a:lvl8pPr>
              <a:defRPr sz="1425" b="1">
                <a:solidFill>
                  <a:srgbClr val="18324A"/>
                </a:solidFill>
              </a:defRPr>
            </a:lvl8pPr>
            <a:lvl9pPr>
              <a:defRPr sz="1425" b="1">
                <a:solidFill>
                  <a:srgbClr val="18324A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Referral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C7FFA0B-5C60-406A-A72D-64B3DE23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6097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6"/>
                </a:solidFill>
              </a:defRPr>
            </a:defPPr>
            <a:lvl1pPr>
              <a:defRPr sz="1200" b="0">
                <a:solidFill>
                  <a:srgbClr val="526276"/>
                </a:solidFill>
              </a:defRPr>
            </a:lvl1pPr>
            <a:lvl2pPr>
              <a:defRPr sz="1200" b="0">
                <a:solidFill>
                  <a:srgbClr val="526276"/>
                </a:solidFill>
              </a:defRPr>
            </a:lvl2pPr>
            <a:lvl3pPr>
              <a:defRPr sz="1200" b="0">
                <a:solidFill>
                  <a:srgbClr val="526276"/>
                </a:solidFill>
              </a:defRPr>
            </a:lvl3pPr>
            <a:lvl4pPr>
              <a:defRPr sz="1200" b="0">
                <a:solidFill>
                  <a:srgbClr val="526276"/>
                </a:solidFill>
              </a:defRPr>
            </a:lvl4pPr>
            <a:lvl5pPr>
              <a:defRPr sz="1200" b="0">
                <a:solidFill>
                  <a:srgbClr val="526276"/>
                </a:solidFill>
              </a:defRPr>
            </a:lvl5pPr>
            <a:lvl6pPr>
              <a:defRPr sz="1200" b="0">
                <a:solidFill>
                  <a:srgbClr val="526276"/>
                </a:solidFill>
              </a:defRPr>
            </a:lvl6pPr>
            <a:lvl7pPr>
              <a:defRPr sz="1200" b="0">
                <a:solidFill>
                  <a:srgbClr val="526276"/>
                </a:solidFill>
              </a:defRPr>
            </a:lvl7pPr>
            <a:lvl8pPr>
              <a:defRPr sz="1200" b="0">
                <a:solidFill>
                  <a:srgbClr val="526276"/>
                </a:solidFill>
              </a:defRPr>
            </a:lvl8pPr>
            <a:lvl9pPr>
              <a:defRPr sz="1200" b="0">
                <a:solidFill>
                  <a:srgbClr val="526276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6"/>
                </a:solidFill>
              </a:defRPr>
            </a:pPr>
            <a:r>
              <a:rPr sz="1200" b="0">
                <a:solidFill>
                  <a:srgbClr val="526276"/>
                </a:solidFill>
              </a:rPr>
              <a:t>Validate referral and record consultant decision</a:t>
            </a:r>
            <a:endParaRPr sz="1200" b="0">
              <a:solidFill>
                <a:srgbClr val="526276"/>
              </a:solidFill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07F62874-B1B7-4B82-B983-303DCCA9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952625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D82A546-C63D-4B30-AECB-8F16CE53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171700"/>
            <a:ext cx="1609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8324A"/>
                </a:solidFill>
              </a:defRPr>
            </a:defPPr>
            <a:lvl1pPr>
              <a:defRPr sz="1425" b="1">
                <a:solidFill>
                  <a:srgbClr val="18324A"/>
                </a:solidFill>
              </a:defRPr>
            </a:lvl1pPr>
            <a:lvl2pPr>
              <a:defRPr sz="1425" b="1">
                <a:solidFill>
                  <a:srgbClr val="18324A"/>
                </a:solidFill>
              </a:defRPr>
            </a:lvl2pPr>
            <a:lvl3pPr>
              <a:defRPr sz="1425" b="1">
                <a:solidFill>
                  <a:srgbClr val="18324A"/>
                </a:solidFill>
              </a:defRPr>
            </a:lvl3pPr>
            <a:lvl4pPr>
              <a:defRPr sz="1425" b="1">
                <a:solidFill>
                  <a:srgbClr val="18324A"/>
                </a:solidFill>
              </a:defRPr>
            </a:lvl4pPr>
            <a:lvl5pPr>
              <a:defRPr sz="1425" b="1">
                <a:solidFill>
                  <a:srgbClr val="18324A"/>
                </a:solidFill>
              </a:defRPr>
            </a:lvl5pPr>
            <a:lvl6pPr>
              <a:defRPr sz="1425" b="1">
                <a:solidFill>
                  <a:srgbClr val="18324A"/>
                </a:solidFill>
              </a:defRPr>
            </a:lvl6pPr>
            <a:lvl7pPr>
              <a:defRPr sz="1425" b="1">
                <a:solidFill>
                  <a:srgbClr val="18324A"/>
                </a:solidFill>
              </a:defRPr>
            </a:lvl7pPr>
            <a:lvl8pPr>
              <a:defRPr sz="1425" b="1">
                <a:solidFill>
                  <a:srgbClr val="18324A"/>
                </a:solidFill>
              </a:defRPr>
            </a:lvl8pPr>
            <a:lvl9pPr>
              <a:defRPr sz="1425" b="1">
                <a:solidFill>
                  <a:srgbClr val="18324A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Appointment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A695B0C-87F8-49F0-8F8E-25B19D48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47950"/>
            <a:ext cx="16097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6"/>
                </a:solidFill>
              </a:defRPr>
            </a:defPPr>
            <a:lvl1pPr>
              <a:defRPr sz="1200" b="0">
                <a:solidFill>
                  <a:srgbClr val="526276"/>
                </a:solidFill>
              </a:defRPr>
            </a:lvl1pPr>
            <a:lvl2pPr>
              <a:defRPr sz="1200" b="0">
                <a:solidFill>
                  <a:srgbClr val="526276"/>
                </a:solidFill>
              </a:defRPr>
            </a:lvl2pPr>
            <a:lvl3pPr>
              <a:defRPr sz="1200" b="0">
                <a:solidFill>
                  <a:srgbClr val="526276"/>
                </a:solidFill>
              </a:defRPr>
            </a:lvl3pPr>
            <a:lvl4pPr>
              <a:defRPr sz="1200" b="0">
                <a:solidFill>
                  <a:srgbClr val="526276"/>
                </a:solidFill>
              </a:defRPr>
            </a:lvl4pPr>
            <a:lvl5pPr>
              <a:defRPr sz="1200" b="0">
                <a:solidFill>
                  <a:srgbClr val="526276"/>
                </a:solidFill>
              </a:defRPr>
            </a:lvl5pPr>
            <a:lvl6pPr>
              <a:defRPr sz="1200" b="0">
                <a:solidFill>
                  <a:srgbClr val="526276"/>
                </a:solidFill>
              </a:defRPr>
            </a:lvl6pPr>
            <a:lvl7pPr>
              <a:defRPr sz="1200" b="0">
                <a:solidFill>
                  <a:srgbClr val="526276"/>
                </a:solidFill>
              </a:defRPr>
            </a:lvl7pPr>
            <a:lvl8pPr>
              <a:defRPr sz="1200" b="0">
                <a:solidFill>
                  <a:srgbClr val="526276"/>
                </a:solidFill>
              </a:defRPr>
            </a:lvl8pPr>
            <a:lvl9pPr>
              <a:defRPr sz="1200" b="0">
                <a:solidFill>
                  <a:srgbClr val="526276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6"/>
                </a:solidFill>
              </a:defRPr>
            </a:pPr>
            <a:r>
              <a:rPr sz="1200" b="0">
                <a:solidFill>
                  <a:srgbClr val="526276"/>
                </a:solidFill>
              </a:rPr>
              <a:t>Search slots, confirm contact and handle exceptions</a:t>
            </a:r>
            <a:endParaRPr sz="1200" b="0">
              <a:solidFill>
                <a:srgbClr val="526276"/>
              </a:solidFill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E661AD0C-DA4A-431E-91AE-C1DED534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952625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2A2C624-CFB1-4D65-BD2C-C499F3AC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71700"/>
            <a:ext cx="1609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8324A"/>
                </a:solidFill>
              </a:defRPr>
            </a:defPPr>
            <a:lvl1pPr>
              <a:defRPr sz="1425" b="1">
                <a:solidFill>
                  <a:srgbClr val="18324A"/>
                </a:solidFill>
              </a:defRPr>
            </a:lvl1pPr>
            <a:lvl2pPr>
              <a:defRPr sz="1425" b="1">
                <a:solidFill>
                  <a:srgbClr val="18324A"/>
                </a:solidFill>
              </a:defRPr>
            </a:lvl2pPr>
            <a:lvl3pPr>
              <a:defRPr sz="1425" b="1">
                <a:solidFill>
                  <a:srgbClr val="18324A"/>
                </a:solidFill>
              </a:defRPr>
            </a:lvl3pPr>
            <a:lvl4pPr>
              <a:defRPr sz="1425" b="1">
                <a:solidFill>
                  <a:srgbClr val="18324A"/>
                </a:solidFill>
              </a:defRPr>
            </a:lvl4pPr>
            <a:lvl5pPr>
              <a:defRPr sz="1425" b="1">
                <a:solidFill>
                  <a:srgbClr val="18324A"/>
                </a:solidFill>
              </a:defRPr>
            </a:lvl5pPr>
            <a:lvl6pPr>
              <a:defRPr sz="1425" b="1">
                <a:solidFill>
                  <a:srgbClr val="18324A"/>
                </a:solidFill>
              </a:defRPr>
            </a:lvl6pPr>
            <a:lvl7pPr>
              <a:defRPr sz="1425" b="1">
                <a:solidFill>
                  <a:srgbClr val="18324A"/>
                </a:solidFill>
              </a:defRPr>
            </a:lvl7pPr>
            <a:lvl8pPr>
              <a:defRPr sz="1425" b="1">
                <a:solidFill>
                  <a:srgbClr val="18324A"/>
                </a:solidFill>
              </a:defRPr>
            </a:lvl8pPr>
            <a:lvl9pPr>
              <a:defRPr sz="1425" b="1">
                <a:solidFill>
                  <a:srgbClr val="18324A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Finance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F1135E8-5CDF-4F1C-B3B1-0CC6E039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47950"/>
            <a:ext cx="16097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6"/>
                </a:solidFill>
              </a:defRPr>
            </a:defPPr>
            <a:lvl1pPr>
              <a:defRPr sz="1200" b="0">
                <a:solidFill>
                  <a:srgbClr val="526276"/>
                </a:solidFill>
              </a:defRPr>
            </a:lvl1pPr>
            <a:lvl2pPr>
              <a:defRPr sz="1200" b="0">
                <a:solidFill>
                  <a:srgbClr val="526276"/>
                </a:solidFill>
              </a:defRPr>
            </a:lvl2pPr>
            <a:lvl3pPr>
              <a:defRPr sz="1200" b="0">
                <a:solidFill>
                  <a:srgbClr val="526276"/>
                </a:solidFill>
              </a:defRPr>
            </a:lvl3pPr>
            <a:lvl4pPr>
              <a:defRPr sz="1200" b="0">
                <a:solidFill>
                  <a:srgbClr val="526276"/>
                </a:solidFill>
              </a:defRPr>
            </a:lvl4pPr>
            <a:lvl5pPr>
              <a:defRPr sz="1200" b="0">
                <a:solidFill>
                  <a:srgbClr val="526276"/>
                </a:solidFill>
              </a:defRPr>
            </a:lvl5pPr>
            <a:lvl6pPr>
              <a:defRPr sz="1200" b="0">
                <a:solidFill>
                  <a:srgbClr val="526276"/>
                </a:solidFill>
              </a:defRPr>
            </a:lvl6pPr>
            <a:lvl7pPr>
              <a:defRPr sz="1200" b="0">
                <a:solidFill>
                  <a:srgbClr val="526276"/>
                </a:solidFill>
              </a:defRPr>
            </a:lvl7pPr>
            <a:lvl8pPr>
              <a:defRPr sz="1200" b="0">
                <a:solidFill>
                  <a:srgbClr val="526276"/>
                </a:solidFill>
              </a:defRPr>
            </a:lvl8pPr>
            <a:lvl9pPr>
              <a:defRPr sz="1200" b="0">
                <a:solidFill>
                  <a:srgbClr val="526276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6"/>
                </a:solidFill>
              </a:defRPr>
            </a:pPr>
            <a:r>
              <a:rPr sz="1200" b="0">
                <a:solidFill>
                  <a:srgbClr val="526276"/>
                </a:solidFill>
              </a:rPr>
              <a:t>Determine funding, payment or refund and clearance</a:t>
            </a:r>
            <a:endParaRPr sz="1200" b="0">
              <a:solidFill>
                <a:srgbClr val="526276"/>
              </a:solidFill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3DBC00EC-CDF2-4378-9D6D-2EF008E4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52625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36CCF11-D6A2-4012-8208-8C74CE8D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171700"/>
            <a:ext cx="1609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8324A"/>
                </a:solidFill>
              </a:defRPr>
            </a:defPPr>
            <a:lvl1pPr>
              <a:defRPr sz="1425" b="1">
                <a:solidFill>
                  <a:srgbClr val="18324A"/>
                </a:solidFill>
              </a:defRPr>
            </a:lvl1pPr>
            <a:lvl2pPr>
              <a:defRPr sz="1425" b="1">
                <a:solidFill>
                  <a:srgbClr val="18324A"/>
                </a:solidFill>
              </a:defRPr>
            </a:lvl2pPr>
            <a:lvl3pPr>
              <a:defRPr sz="1425" b="1">
                <a:solidFill>
                  <a:srgbClr val="18324A"/>
                </a:solidFill>
              </a:defRPr>
            </a:lvl3pPr>
            <a:lvl4pPr>
              <a:defRPr sz="1425" b="1">
                <a:solidFill>
                  <a:srgbClr val="18324A"/>
                </a:solidFill>
              </a:defRPr>
            </a:lvl4pPr>
            <a:lvl5pPr>
              <a:defRPr sz="1425" b="1">
                <a:solidFill>
                  <a:srgbClr val="18324A"/>
                </a:solidFill>
              </a:defRPr>
            </a:lvl5pPr>
            <a:lvl6pPr>
              <a:defRPr sz="1425" b="1">
                <a:solidFill>
                  <a:srgbClr val="18324A"/>
                </a:solidFill>
              </a:defRPr>
            </a:lvl6pPr>
            <a:lvl7pPr>
              <a:defRPr sz="1425" b="1">
                <a:solidFill>
                  <a:srgbClr val="18324A"/>
                </a:solidFill>
              </a:defRPr>
            </a:lvl7pPr>
            <a:lvl8pPr>
              <a:defRPr sz="1425" b="1">
                <a:solidFill>
                  <a:srgbClr val="18324A"/>
                </a:solidFill>
              </a:defRPr>
            </a:lvl8pPr>
            <a:lvl9pPr>
              <a:defRPr sz="1425" b="1">
                <a:solidFill>
                  <a:srgbClr val="18324A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Treatment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C8EF97A-55A8-4FA1-A337-BB5517E7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647950"/>
            <a:ext cx="16097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6"/>
                </a:solidFill>
              </a:defRPr>
            </a:defPPr>
            <a:lvl1pPr>
              <a:defRPr sz="1200" b="0">
                <a:solidFill>
                  <a:srgbClr val="526276"/>
                </a:solidFill>
              </a:defRPr>
            </a:lvl1pPr>
            <a:lvl2pPr>
              <a:defRPr sz="1200" b="0">
                <a:solidFill>
                  <a:srgbClr val="526276"/>
                </a:solidFill>
              </a:defRPr>
            </a:lvl2pPr>
            <a:lvl3pPr>
              <a:defRPr sz="1200" b="0">
                <a:solidFill>
                  <a:srgbClr val="526276"/>
                </a:solidFill>
              </a:defRPr>
            </a:lvl3pPr>
            <a:lvl4pPr>
              <a:defRPr sz="1200" b="0">
                <a:solidFill>
                  <a:srgbClr val="526276"/>
                </a:solidFill>
              </a:defRPr>
            </a:lvl4pPr>
            <a:lvl5pPr>
              <a:defRPr sz="1200" b="0">
                <a:solidFill>
                  <a:srgbClr val="526276"/>
                </a:solidFill>
              </a:defRPr>
            </a:lvl5pPr>
            <a:lvl6pPr>
              <a:defRPr sz="1200" b="0">
                <a:solidFill>
                  <a:srgbClr val="526276"/>
                </a:solidFill>
              </a:defRPr>
            </a:lvl6pPr>
            <a:lvl7pPr>
              <a:defRPr sz="1200" b="0">
                <a:solidFill>
                  <a:srgbClr val="526276"/>
                </a:solidFill>
              </a:defRPr>
            </a:lvl7pPr>
            <a:lvl8pPr>
              <a:defRPr sz="1200" b="0">
                <a:solidFill>
                  <a:srgbClr val="526276"/>
                </a:solidFill>
              </a:defRPr>
            </a:lvl8pPr>
            <a:lvl9pPr>
              <a:defRPr sz="1200" b="0">
                <a:solidFill>
                  <a:srgbClr val="526276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6"/>
                </a:solidFill>
              </a:defRPr>
            </a:pPr>
            <a:r>
              <a:rPr sz="1200" b="0">
                <a:solidFill>
                  <a:srgbClr val="526276"/>
                </a:solidFill>
              </a:rPr>
              <a:t>Assess treatment, review cycle and record actions</a:t>
            </a:r>
            <a:endParaRPr sz="1200" b="0">
              <a:solidFill>
                <a:srgbClr val="526276"/>
              </a:solidFill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1C6F5BBA-D551-4262-8504-B28286E3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952625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D79E7C0-005E-43E2-B97E-769C92F9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71700"/>
            <a:ext cx="16097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8324A"/>
                </a:solidFill>
              </a:defRPr>
            </a:defPPr>
            <a:lvl1pPr>
              <a:defRPr sz="1425" b="1">
                <a:solidFill>
                  <a:srgbClr val="18324A"/>
                </a:solidFill>
              </a:defRPr>
            </a:lvl1pPr>
            <a:lvl2pPr>
              <a:defRPr sz="1425" b="1">
                <a:solidFill>
                  <a:srgbClr val="18324A"/>
                </a:solidFill>
              </a:defRPr>
            </a:lvl2pPr>
            <a:lvl3pPr>
              <a:defRPr sz="1425" b="1">
                <a:solidFill>
                  <a:srgbClr val="18324A"/>
                </a:solidFill>
              </a:defRPr>
            </a:lvl3pPr>
            <a:lvl4pPr>
              <a:defRPr sz="1425" b="1">
                <a:solidFill>
                  <a:srgbClr val="18324A"/>
                </a:solidFill>
              </a:defRPr>
            </a:lvl4pPr>
            <a:lvl5pPr>
              <a:defRPr sz="1425" b="1">
                <a:solidFill>
                  <a:srgbClr val="18324A"/>
                </a:solidFill>
              </a:defRPr>
            </a:lvl5pPr>
            <a:lvl6pPr>
              <a:defRPr sz="1425" b="1">
                <a:solidFill>
                  <a:srgbClr val="18324A"/>
                </a:solidFill>
              </a:defRPr>
            </a:lvl6pPr>
            <a:lvl7pPr>
              <a:defRPr sz="1425" b="1">
                <a:solidFill>
                  <a:srgbClr val="18324A"/>
                </a:solidFill>
              </a:defRPr>
            </a:lvl7pPr>
            <a:lvl8pPr>
              <a:defRPr sz="1425" b="1">
                <a:solidFill>
                  <a:srgbClr val="18324A"/>
                </a:solidFill>
              </a:defRPr>
            </a:lvl8pPr>
            <a:lvl9pPr>
              <a:defRPr sz="1425" b="1">
                <a:solidFill>
                  <a:srgbClr val="18324A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Enquiry and letter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7B657C7-D222-4D70-BA66-77749473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47950"/>
            <a:ext cx="16097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276"/>
                </a:solidFill>
              </a:defRPr>
            </a:defPPr>
            <a:lvl1pPr>
              <a:defRPr sz="1200" b="0">
                <a:solidFill>
                  <a:srgbClr val="526276"/>
                </a:solidFill>
              </a:defRPr>
            </a:lvl1pPr>
            <a:lvl2pPr>
              <a:defRPr sz="1200" b="0">
                <a:solidFill>
                  <a:srgbClr val="526276"/>
                </a:solidFill>
              </a:defRPr>
            </a:lvl2pPr>
            <a:lvl3pPr>
              <a:defRPr sz="1200" b="0">
                <a:solidFill>
                  <a:srgbClr val="526276"/>
                </a:solidFill>
              </a:defRPr>
            </a:lvl3pPr>
            <a:lvl4pPr>
              <a:defRPr sz="1200" b="0">
                <a:solidFill>
                  <a:srgbClr val="526276"/>
                </a:solidFill>
              </a:defRPr>
            </a:lvl4pPr>
            <a:lvl5pPr>
              <a:defRPr sz="1200" b="0">
                <a:solidFill>
                  <a:srgbClr val="526276"/>
                </a:solidFill>
              </a:defRPr>
            </a:lvl5pPr>
            <a:lvl6pPr>
              <a:defRPr sz="1200" b="0">
                <a:solidFill>
                  <a:srgbClr val="526276"/>
                </a:solidFill>
              </a:defRPr>
            </a:lvl6pPr>
            <a:lvl7pPr>
              <a:defRPr sz="1200" b="0">
                <a:solidFill>
                  <a:srgbClr val="526276"/>
                </a:solidFill>
              </a:defRPr>
            </a:lvl7pPr>
            <a:lvl8pPr>
              <a:defRPr sz="1200" b="0">
                <a:solidFill>
                  <a:srgbClr val="526276"/>
                </a:solidFill>
              </a:defRPr>
            </a:lvl8pPr>
            <a:lvl9pPr>
              <a:defRPr sz="1200" b="0">
                <a:solidFill>
                  <a:srgbClr val="526276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276"/>
                </a:solidFill>
              </a:defRPr>
            </a:pPr>
            <a:r>
              <a:rPr sz="1200" b="0">
                <a:solidFill>
                  <a:srgbClr val="526276"/>
                </a:solidFill>
              </a:rPr>
              <a:t>Route enquiries, approve letters and monitor follow up</a:t>
            </a:r>
            <a:endParaRPr sz="1200" b="0">
              <a:solidFill>
                <a:srgbClr val="526276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839EA9A-3C1D-403A-9AB1-A55CA2C0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F766E"/>
                </a:solidFill>
              </a:defRPr>
            </a:defPPr>
            <a:lvl1pPr>
              <a:defRPr sz="1725" b="1">
                <a:solidFill>
                  <a:srgbClr val="0F766E"/>
                </a:solidFill>
              </a:defRPr>
            </a:lvl1pPr>
            <a:lvl2pPr>
              <a:defRPr sz="1725" b="1">
                <a:solidFill>
                  <a:srgbClr val="0F766E"/>
                </a:solidFill>
              </a:defRPr>
            </a:lvl2pPr>
            <a:lvl3pPr>
              <a:defRPr sz="1725" b="1">
                <a:solidFill>
                  <a:srgbClr val="0F766E"/>
                </a:solidFill>
              </a:defRPr>
            </a:lvl3pPr>
            <a:lvl4pPr>
              <a:defRPr sz="1725" b="1">
                <a:solidFill>
                  <a:srgbClr val="0F766E"/>
                </a:solidFill>
              </a:defRPr>
            </a:lvl4pPr>
            <a:lvl5pPr>
              <a:defRPr sz="1725" b="1">
                <a:solidFill>
                  <a:srgbClr val="0F766E"/>
                </a:solidFill>
              </a:defRPr>
            </a:lvl5pPr>
            <a:lvl6pPr>
              <a:defRPr sz="1725" b="1">
                <a:solidFill>
                  <a:srgbClr val="0F766E"/>
                </a:solidFill>
              </a:defRPr>
            </a:lvl6pPr>
            <a:lvl7pPr>
              <a:defRPr sz="1725" b="1">
                <a:solidFill>
                  <a:srgbClr val="0F766E"/>
                </a:solidFill>
              </a:defRPr>
            </a:lvl7pPr>
            <a:lvl8pPr>
              <a:defRPr sz="1725" b="1">
                <a:solidFill>
                  <a:srgbClr val="0F766E"/>
                </a:solidFill>
              </a:defRPr>
            </a:lvl8pPr>
            <a:lvl9pPr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The executable Hospital Master Process coordinates all five child BPMN processes.</a:t>
            </a:r>
            <a:endParaRPr sz="1725" b="1">
              <a:solidFill>
                <a:srgbClr val="0F766E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418F2B00-89DC-45FF-90EB-7F129BCDD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276"/>
                </a:solidFill>
              </a:defRPr>
            </a:defPPr>
            <a:lvl1pPr>
              <a:defRPr sz="900" b="0">
                <a:solidFill>
                  <a:srgbClr val="526276"/>
                </a:solidFill>
              </a:defRPr>
            </a:lvl1pPr>
            <a:lvl2pPr>
              <a:defRPr sz="900" b="0">
                <a:solidFill>
                  <a:srgbClr val="526276"/>
                </a:solidFill>
              </a:defRPr>
            </a:lvl2pPr>
            <a:lvl3pPr>
              <a:defRPr sz="900" b="0">
                <a:solidFill>
                  <a:srgbClr val="526276"/>
                </a:solidFill>
              </a:defRPr>
            </a:lvl3pPr>
            <a:lvl4pPr>
              <a:defRPr sz="900" b="0">
                <a:solidFill>
                  <a:srgbClr val="526276"/>
                </a:solidFill>
              </a:defRPr>
            </a:lvl4pPr>
            <a:lvl5pPr>
              <a:defRPr sz="900" b="0">
                <a:solidFill>
                  <a:srgbClr val="526276"/>
                </a:solidFill>
              </a:defRPr>
            </a:lvl5pPr>
            <a:lvl6pPr>
              <a:defRPr sz="900" b="0">
                <a:solidFill>
                  <a:srgbClr val="526276"/>
                </a:solidFill>
              </a:defRPr>
            </a:lvl6pPr>
            <a:lvl7pPr>
              <a:defRPr sz="900" b="0">
                <a:solidFill>
                  <a:srgbClr val="526276"/>
                </a:solidFill>
              </a:defRPr>
            </a:lvl7pPr>
            <a:lvl8pPr>
              <a:defRPr sz="900" b="0">
                <a:solidFill>
                  <a:srgbClr val="526276"/>
                </a:solidFill>
              </a:defRPr>
            </a:lvl8pPr>
            <a:lvl9pPr>
              <a:defRPr sz="900" b="0">
                <a:solidFill>
                  <a:srgbClr val="526276"/>
                </a:solidFill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526276"/>
                </a:solidFill>
              </a:defRPr>
            </a:pPr>
            <a:r>
              <a:rPr sz="900" b="0">
                <a:solidFill>
                  <a:srgbClr val="526276"/>
                </a:solidFill>
              </a:rPr>
              <a:t>Supporting evidence: 02_Release2_Integrated_BPMN/00_Integration/Hospital_Master_Process.bpmn</a:t>
            </a:r>
            <a:endParaRPr sz="900" b="0">
              <a:solidFill>
                <a:srgbClr val="5262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3965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E4AB93F-F9EF-4367-B65B-910A46C1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F766E"/>
                </a:solidFill>
              </a:defRPr>
            </a:defPPr>
            <a:lvl1pPr>
              <a:defRPr sz="1050" b="1">
                <a:solidFill>
                  <a:srgbClr val="0F766E"/>
                </a:solidFill>
              </a:defRPr>
            </a:lvl1pPr>
            <a:lvl2pPr>
              <a:defRPr sz="1050" b="1">
                <a:solidFill>
                  <a:srgbClr val="0F766E"/>
                </a:solidFill>
              </a:defRPr>
            </a:lvl2pPr>
            <a:lvl3pPr>
              <a:defRPr sz="1050" b="1">
                <a:solidFill>
                  <a:srgbClr val="0F766E"/>
                </a:solidFill>
              </a:defRPr>
            </a:lvl3pPr>
            <a:lvl4pPr>
              <a:defRPr sz="1050" b="1">
                <a:solidFill>
                  <a:srgbClr val="0F766E"/>
                </a:solidFill>
              </a:defRPr>
            </a:lvl4pPr>
            <a:lvl5pPr>
              <a:defRPr sz="1050" b="1">
                <a:solidFill>
                  <a:srgbClr val="0F766E"/>
                </a:solidFill>
              </a:defRPr>
            </a:lvl5pPr>
            <a:lvl6pPr>
              <a:defRPr sz="1050" b="1">
                <a:solidFill>
                  <a:srgbClr val="0F766E"/>
                </a:solidFill>
              </a:defRPr>
            </a:lvl6pPr>
            <a:lvl7pPr>
              <a:defRPr sz="1050" b="1">
                <a:solidFill>
                  <a:srgbClr val="0F766E"/>
                </a:solidFill>
              </a:defRPr>
            </a:lvl7pPr>
            <a:lvl8pPr>
              <a:defRPr sz="1050" b="1">
                <a:solidFill>
                  <a:srgbClr val="0F766E"/>
                </a:solidFill>
              </a:defRPr>
            </a:lvl8pPr>
            <a:lvl9pPr>
              <a:defRPr sz="10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UFCEP6 0 3  Release 2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9438AA0-0102-42CA-94B8-099077FF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8324A"/>
                </a:solidFill>
              </a:defRPr>
            </a:defPPr>
            <a:lvl1pPr>
              <a:defRPr sz="2400" b="1">
                <a:solidFill>
                  <a:srgbClr val="18324A"/>
                </a:solidFill>
              </a:defRPr>
            </a:lvl1pPr>
            <a:lvl2pPr>
              <a:defRPr sz="2400" b="1">
                <a:solidFill>
                  <a:srgbClr val="18324A"/>
                </a:solidFill>
              </a:defRPr>
            </a:lvl2pPr>
            <a:lvl3pPr>
              <a:defRPr sz="2400" b="1">
                <a:solidFill>
                  <a:srgbClr val="18324A"/>
                </a:solidFill>
              </a:defRPr>
            </a:lvl3pPr>
            <a:lvl4pPr>
              <a:defRPr sz="2400" b="1">
                <a:solidFill>
                  <a:srgbClr val="18324A"/>
                </a:solidFill>
              </a:defRPr>
            </a:lvl4pPr>
            <a:lvl5pPr>
              <a:defRPr sz="2400" b="1">
                <a:solidFill>
                  <a:srgbClr val="18324A"/>
                </a:solidFill>
              </a:defRPr>
            </a:lvl5pPr>
            <a:lvl6pPr>
              <a:defRPr sz="2400" b="1">
                <a:solidFill>
                  <a:srgbClr val="18324A"/>
                </a:solidFill>
              </a:defRPr>
            </a:lvl6pPr>
            <a:lvl7pPr>
              <a:defRPr sz="2400" b="1">
                <a:solidFill>
                  <a:srgbClr val="18324A"/>
                </a:solidFill>
              </a:defRPr>
            </a:lvl7pPr>
            <a:lvl8pPr>
              <a:defRPr sz="2400" b="1">
                <a:solidFill>
                  <a:srgbClr val="18324A"/>
                </a:solidFill>
              </a:defRPr>
            </a:lvl8pPr>
            <a:lvl9pPr>
              <a:defRPr sz="2400" b="1">
                <a:solidFill>
                  <a:srgbClr val="18324A"/>
                </a:solidFill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8324A"/>
                </a:solidFill>
              </a:defRPr>
            </a:pPr>
            <a:r>
              <a:rPr sz="2400" b="1">
                <a:solidFill>
                  <a:srgbClr val="18324A"/>
                </a:solidFill>
              </a:rPr>
              <a:t>Response to tutor feedback</a:t>
            </a:r>
            <a:endParaRPr sz="2400" b="1">
              <a:solidFill>
                <a:srgbClr val="18324A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956205E-3CCF-403D-8227-31CC915C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26276"/>
                </a:solidFill>
              </a:defRPr>
            </a:defPPr>
            <a:lvl1pPr>
              <a:defRPr sz="1050" b="1">
                <a:solidFill>
                  <a:srgbClr val="526276"/>
                </a:solidFill>
              </a:defRPr>
            </a:lvl1pPr>
            <a:lvl2pPr>
              <a:defRPr sz="1050" b="1">
                <a:solidFill>
                  <a:srgbClr val="526276"/>
                </a:solidFill>
              </a:defRPr>
            </a:lvl2pPr>
            <a:lvl3pPr>
              <a:defRPr sz="1050" b="1">
                <a:solidFill>
                  <a:srgbClr val="526276"/>
                </a:solidFill>
              </a:defRPr>
            </a:lvl3pPr>
            <a:lvl4pPr>
              <a:defRPr sz="1050" b="1">
                <a:solidFill>
                  <a:srgbClr val="526276"/>
                </a:solidFill>
              </a:defRPr>
            </a:lvl4pPr>
            <a:lvl5pPr>
              <a:defRPr sz="1050" b="1">
                <a:solidFill>
                  <a:srgbClr val="526276"/>
                </a:solidFill>
              </a:defRPr>
            </a:lvl5pPr>
            <a:lvl6pPr>
              <a:defRPr sz="1050" b="1">
                <a:solidFill>
                  <a:srgbClr val="526276"/>
                </a:solidFill>
              </a:defRPr>
            </a:lvl6pPr>
            <a:lvl7pPr>
              <a:defRPr sz="1050" b="1">
                <a:solidFill>
                  <a:srgbClr val="526276"/>
                </a:solidFill>
              </a:defRPr>
            </a:lvl7pPr>
            <a:lvl8pPr>
              <a:defRPr sz="1050" b="1">
                <a:solidFill>
                  <a:srgbClr val="526276"/>
                </a:solidFill>
              </a:defRPr>
            </a:lvl8pPr>
            <a:lvl9pPr>
              <a:defRPr sz="1050" b="1">
                <a:solidFill>
                  <a:srgbClr val="526276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526276"/>
                </a:solidFill>
              </a:defRPr>
            </a:pPr>
            <a:r>
              <a:rPr sz="1050" b="1">
                <a:solidFill>
                  <a:srgbClr val="526276"/>
                </a:solidFill>
              </a:rPr>
              <a:t>03</a:t>
            </a:r>
            <a:endParaRPr sz="1050" b="1">
              <a:solidFill>
                <a:srgbClr val="526276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0F0CD9A-784E-4FAB-AC29-DDE89A72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232916DC-EE7E-4461-AE2F-C5C17E0B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0A91FE7-3343-4289-BE47-D4A216B2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335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8324A"/>
                </a:solidFill>
              </a:defRPr>
            </a:defPPr>
            <a:lvl1pPr>
              <a:defRPr sz="1275" b="1">
                <a:solidFill>
                  <a:srgbClr val="18324A"/>
                </a:solidFill>
              </a:defRPr>
            </a:lvl1pPr>
            <a:lvl2pPr>
              <a:defRPr sz="1275" b="1">
                <a:solidFill>
                  <a:srgbClr val="18324A"/>
                </a:solidFill>
              </a:defRPr>
            </a:lvl2pPr>
            <a:lvl3pPr>
              <a:defRPr sz="1275" b="1">
                <a:solidFill>
                  <a:srgbClr val="18324A"/>
                </a:solidFill>
              </a:defRPr>
            </a:lvl3pPr>
            <a:lvl4pPr>
              <a:defRPr sz="1275" b="1">
                <a:solidFill>
                  <a:srgbClr val="18324A"/>
                </a:solidFill>
              </a:defRPr>
            </a:lvl4pPr>
            <a:lvl5pPr>
              <a:defRPr sz="1275" b="1">
                <a:solidFill>
                  <a:srgbClr val="18324A"/>
                </a:solidFill>
              </a:defRPr>
            </a:lvl5pPr>
            <a:lvl6pPr>
              <a:defRPr sz="1275" b="1">
                <a:solidFill>
                  <a:srgbClr val="18324A"/>
                </a:solidFill>
              </a:defRPr>
            </a:lvl6pPr>
            <a:lvl7pPr>
              <a:defRPr sz="1275" b="1">
                <a:solidFill>
                  <a:srgbClr val="18324A"/>
                </a:solidFill>
              </a:defRPr>
            </a:lvl7pPr>
            <a:lvl8pPr>
              <a:defRPr sz="1275" b="1">
                <a:solidFill>
                  <a:srgbClr val="18324A"/>
                </a:solidFill>
              </a:defRPr>
            </a:lvl8pPr>
            <a:lvl9pPr>
              <a:defRPr sz="1275" b="1">
                <a:solidFill>
                  <a:srgbClr val="18324A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Form validation</a:t>
            </a:r>
            <a:endParaRPr sz="1275" b="1">
              <a:solidFill>
                <a:srgbClr val="18324A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6B98D42-4572-4724-851C-FFDBE6B4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335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  <a:lvl1pPr>
              <a:defRPr sz="1200" b="0">
                <a:solidFill>
                  <a:srgbClr val="172033"/>
                </a:solidFill>
              </a:defRPr>
            </a:lvl1pPr>
            <a:lvl2pPr>
              <a:defRPr sz="1200" b="0">
                <a:solidFill>
                  <a:srgbClr val="172033"/>
                </a:solidFill>
              </a:defRPr>
            </a:lvl2pPr>
            <a:lvl3pPr>
              <a:defRPr sz="1200" b="0">
                <a:solidFill>
                  <a:srgbClr val="172033"/>
                </a:solidFill>
              </a:defRPr>
            </a:lvl3pPr>
            <a:lvl4pPr>
              <a:defRPr sz="1200" b="0">
                <a:solidFill>
                  <a:srgbClr val="172033"/>
                </a:solidFill>
              </a:defRPr>
            </a:lvl4pPr>
            <a:lvl5pPr>
              <a:defRPr sz="1200" b="0">
                <a:solidFill>
                  <a:srgbClr val="172033"/>
                </a:solidFill>
              </a:defRPr>
            </a:lvl5pPr>
            <a:lvl6pPr>
              <a:defRPr sz="1200" b="0">
                <a:solidFill>
                  <a:srgbClr val="172033"/>
                </a:solidFill>
              </a:defRPr>
            </a:lvl6pPr>
            <a:lvl7pPr>
              <a:defRPr sz="1200" b="0">
                <a:solidFill>
                  <a:srgbClr val="172033"/>
                </a:solidFill>
              </a:defRPr>
            </a:lvl7pPr>
            <a:lvl8pPr>
              <a:defRPr sz="1200" b="0">
                <a:solidFill>
                  <a:srgbClr val="172033"/>
                </a:solidFill>
              </a:defRPr>
            </a:lvl8pPr>
            <a:lvl9pPr>
              <a:defRPr sz="120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Required fields and conditional choices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F06B5B6-7189-44AE-8A85-29B7CF44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33575"/>
            <a:ext cx="3667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F766E"/>
                </a:solidFill>
              </a:defRPr>
            </a:defPPr>
            <a:lvl1pPr>
              <a:defRPr sz="1200" b="1">
                <a:solidFill>
                  <a:srgbClr val="0F766E"/>
                </a:solidFill>
              </a:defRPr>
            </a:lvl1pPr>
            <a:lvl2pPr>
              <a:defRPr sz="1200" b="1">
                <a:solidFill>
                  <a:srgbClr val="0F766E"/>
                </a:solidFill>
              </a:defRPr>
            </a:lvl2pPr>
            <a:lvl3pPr>
              <a:defRPr sz="1200" b="1">
                <a:solidFill>
                  <a:srgbClr val="0F766E"/>
                </a:solidFill>
              </a:defRPr>
            </a:lvl3pPr>
            <a:lvl4pPr>
              <a:defRPr sz="1200" b="1">
                <a:solidFill>
                  <a:srgbClr val="0F766E"/>
                </a:solidFill>
              </a:defRPr>
            </a:lvl4pPr>
            <a:lvl5pPr>
              <a:defRPr sz="1200" b="1">
                <a:solidFill>
                  <a:srgbClr val="0F766E"/>
                </a:solidFill>
              </a:defRPr>
            </a:lvl5pPr>
            <a:lvl6pPr>
              <a:defRPr sz="1200" b="1">
                <a:solidFill>
                  <a:srgbClr val="0F766E"/>
                </a:solidFill>
              </a:defRPr>
            </a:lvl6pPr>
            <a:lvl7pPr>
              <a:defRPr sz="1200" b="1">
                <a:solidFill>
                  <a:srgbClr val="0F766E"/>
                </a:solidFill>
              </a:defRPr>
            </a:lvl7pPr>
            <a:lvl8pPr>
              <a:defRPr sz="1200" b="1">
                <a:solidFill>
                  <a:srgbClr val="0F766E"/>
                </a:solidFill>
              </a:defRPr>
            </a:lvl8pPr>
            <a:lvl9pPr>
              <a:defRPr sz="12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All critical forms use validation</a:t>
            </a:r>
            <a:endParaRPr sz="1200" b="1">
              <a:solidFill>
                <a:srgbClr val="0F766E"/>
              </a:solidFill>
            </a:endParaRP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22EA2CD4-64E1-4DA9-BFF0-26CFAFF03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52725"/>
            <a:ext cx="109728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51E90713-4BDC-4F8E-8F9A-28170CE4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241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8324A"/>
                </a:solidFill>
              </a:defRPr>
            </a:defPPr>
            <a:lvl1pPr>
              <a:defRPr sz="1275" b="1">
                <a:solidFill>
                  <a:srgbClr val="18324A"/>
                </a:solidFill>
              </a:defRPr>
            </a:lvl1pPr>
            <a:lvl2pPr>
              <a:defRPr sz="1275" b="1">
                <a:solidFill>
                  <a:srgbClr val="18324A"/>
                </a:solidFill>
              </a:defRPr>
            </a:lvl2pPr>
            <a:lvl3pPr>
              <a:defRPr sz="1275" b="1">
                <a:solidFill>
                  <a:srgbClr val="18324A"/>
                </a:solidFill>
              </a:defRPr>
            </a:lvl3pPr>
            <a:lvl4pPr>
              <a:defRPr sz="1275" b="1">
                <a:solidFill>
                  <a:srgbClr val="18324A"/>
                </a:solidFill>
              </a:defRPr>
            </a:lvl4pPr>
            <a:lvl5pPr>
              <a:defRPr sz="1275" b="1">
                <a:solidFill>
                  <a:srgbClr val="18324A"/>
                </a:solidFill>
              </a:defRPr>
            </a:lvl5pPr>
            <a:lvl6pPr>
              <a:defRPr sz="1275" b="1">
                <a:solidFill>
                  <a:srgbClr val="18324A"/>
                </a:solidFill>
              </a:defRPr>
            </a:lvl6pPr>
            <a:lvl7pPr>
              <a:defRPr sz="1275" b="1">
                <a:solidFill>
                  <a:srgbClr val="18324A"/>
                </a:solidFill>
              </a:defRPr>
            </a:lvl7pPr>
            <a:lvl8pPr>
              <a:defRPr sz="1275" b="1">
                <a:solidFill>
                  <a:srgbClr val="18324A"/>
                </a:solidFill>
              </a:defRPr>
            </a:lvl8pPr>
            <a:lvl9pPr>
              <a:defRPr sz="1275" b="1">
                <a:solidFill>
                  <a:srgbClr val="18324A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Merging gateways</a:t>
            </a:r>
            <a:endParaRPr sz="1275" b="1">
              <a:solidFill>
                <a:srgbClr val="18324A"/>
              </a:solidFill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AF16AC7-885B-4EAA-AF5C-C96182BE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241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  <a:lvl1pPr>
              <a:defRPr sz="1200" b="0">
                <a:solidFill>
                  <a:srgbClr val="172033"/>
                </a:solidFill>
              </a:defRPr>
            </a:lvl1pPr>
            <a:lvl2pPr>
              <a:defRPr sz="1200" b="0">
                <a:solidFill>
                  <a:srgbClr val="172033"/>
                </a:solidFill>
              </a:defRPr>
            </a:lvl2pPr>
            <a:lvl3pPr>
              <a:defRPr sz="1200" b="0">
                <a:solidFill>
                  <a:srgbClr val="172033"/>
                </a:solidFill>
              </a:defRPr>
            </a:lvl3pPr>
            <a:lvl4pPr>
              <a:defRPr sz="1200" b="0">
                <a:solidFill>
                  <a:srgbClr val="172033"/>
                </a:solidFill>
              </a:defRPr>
            </a:lvl4pPr>
            <a:lvl5pPr>
              <a:defRPr sz="1200" b="0">
                <a:solidFill>
                  <a:srgbClr val="172033"/>
                </a:solidFill>
              </a:defRPr>
            </a:lvl5pPr>
            <a:lvl6pPr>
              <a:defRPr sz="1200" b="0">
                <a:solidFill>
                  <a:srgbClr val="172033"/>
                </a:solidFill>
              </a:defRPr>
            </a:lvl6pPr>
            <a:lvl7pPr>
              <a:defRPr sz="1200" b="0">
                <a:solidFill>
                  <a:srgbClr val="172033"/>
                </a:solidFill>
              </a:defRPr>
            </a:lvl7pPr>
            <a:lvl8pPr>
              <a:defRPr sz="1200" b="0">
                <a:solidFill>
                  <a:srgbClr val="172033"/>
                </a:solidFill>
              </a:defRPr>
            </a:lvl8pPr>
            <a:lvl9pPr>
              <a:defRPr sz="120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Converging gateways and controlled retry loops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AA3A122-E370-4A35-86DC-BD44C89D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24175"/>
            <a:ext cx="3667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F766E"/>
                </a:solidFill>
              </a:defRPr>
            </a:defPPr>
            <a:lvl1pPr>
              <a:defRPr sz="1200" b="1">
                <a:solidFill>
                  <a:srgbClr val="0F766E"/>
                </a:solidFill>
              </a:defRPr>
            </a:lvl1pPr>
            <a:lvl2pPr>
              <a:defRPr sz="1200" b="1">
                <a:solidFill>
                  <a:srgbClr val="0F766E"/>
                </a:solidFill>
              </a:defRPr>
            </a:lvl2pPr>
            <a:lvl3pPr>
              <a:defRPr sz="1200" b="1">
                <a:solidFill>
                  <a:srgbClr val="0F766E"/>
                </a:solidFill>
              </a:defRPr>
            </a:lvl3pPr>
            <a:lvl4pPr>
              <a:defRPr sz="1200" b="1">
                <a:solidFill>
                  <a:srgbClr val="0F766E"/>
                </a:solidFill>
              </a:defRPr>
            </a:lvl4pPr>
            <a:lvl5pPr>
              <a:defRPr sz="1200" b="1">
                <a:solidFill>
                  <a:srgbClr val="0F766E"/>
                </a:solidFill>
              </a:defRPr>
            </a:lvl5pPr>
            <a:lvl6pPr>
              <a:defRPr sz="1200" b="1">
                <a:solidFill>
                  <a:srgbClr val="0F766E"/>
                </a:solidFill>
              </a:defRPr>
            </a:lvl6pPr>
            <a:lvl7pPr>
              <a:defRPr sz="1200" b="1">
                <a:solidFill>
                  <a:srgbClr val="0F766E"/>
                </a:solidFill>
              </a:defRPr>
            </a:lvl7pPr>
            <a:lvl8pPr>
              <a:defRPr sz="1200" b="1">
                <a:solidFill>
                  <a:srgbClr val="0F766E"/>
                </a:solidFill>
              </a:defRPr>
            </a:lvl8pPr>
            <a:lvl9pPr>
              <a:defRPr sz="12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Clearer path rejoining</a:t>
            </a:r>
            <a:endParaRPr sz="1200" b="1">
              <a:solidFill>
                <a:srgbClr val="0F766E"/>
              </a:solidFill>
            </a:endParaRP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08481E0D-0964-49C3-AB10-17619CCA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109728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31FE07A-7209-4926-AE04-1EF4236F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8324A"/>
                </a:solidFill>
              </a:defRPr>
            </a:defPPr>
            <a:lvl1pPr>
              <a:defRPr sz="1275" b="1">
                <a:solidFill>
                  <a:srgbClr val="18324A"/>
                </a:solidFill>
              </a:defRPr>
            </a:lvl1pPr>
            <a:lvl2pPr>
              <a:defRPr sz="1275" b="1">
                <a:solidFill>
                  <a:srgbClr val="18324A"/>
                </a:solidFill>
              </a:defRPr>
            </a:lvl2pPr>
            <a:lvl3pPr>
              <a:defRPr sz="1275" b="1">
                <a:solidFill>
                  <a:srgbClr val="18324A"/>
                </a:solidFill>
              </a:defRPr>
            </a:lvl3pPr>
            <a:lvl4pPr>
              <a:defRPr sz="1275" b="1">
                <a:solidFill>
                  <a:srgbClr val="18324A"/>
                </a:solidFill>
              </a:defRPr>
            </a:lvl4pPr>
            <a:lvl5pPr>
              <a:defRPr sz="1275" b="1">
                <a:solidFill>
                  <a:srgbClr val="18324A"/>
                </a:solidFill>
              </a:defRPr>
            </a:lvl5pPr>
            <a:lvl6pPr>
              <a:defRPr sz="1275" b="1">
                <a:solidFill>
                  <a:srgbClr val="18324A"/>
                </a:solidFill>
              </a:defRPr>
            </a:lvl6pPr>
            <a:lvl7pPr>
              <a:defRPr sz="1275" b="1">
                <a:solidFill>
                  <a:srgbClr val="18324A"/>
                </a:solidFill>
              </a:defRPr>
            </a:lvl7pPr>
            <a:lvl8pPr>
              <a:defRPr sz="1275" b="1">
                <a:solidFill>
                  <a:srgbClr val="18324A"/>
                </a:solidFill>
              </a:defRPr>
            </a:lvl8pPr>
            <a:lvl9pPr>
              <a:defRPr sz="1275" b="1">
                <a:solidFill>
                  <a:srgbClr val="18324A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Scenario coverage</a:t>
            </a:r>
            <a:endParaRPr sz="1275" b="1">
              <a:solidFill>
                <a:srgbClr val="18324A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A08586E-125F-4926-B640-7AE34967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9147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  <a:lvl1pPr>
              <a:defRPr sz="1200" b="0">
                <a:solidFill>
                  <a:srgbClr val="172033"/>
                </a:solidFill>
              </a:defRPr>
            </a:lvl1pPr>
            <a:lvl2pPr>
              <a:defRPr sz="1200" b="0">
                <a:solidFill>
                  <a:srgbClr val="172033"/>
                </a:solidFill>
              </a:defRPr>
            </a:lvl2pPr>
            <a:lvl3pPr>
              <a:defRPr sz="1200" b="0">
                <a:solidFill>
                  <a:srgbClr val="172033"/>
                </a:solidFill>
              </a:defRPr>
            </a:lvl3pPr>
            <a:lvl4pPr>
              <a:defRPr sz="1200" b="0">
                <a:solidFill>
                  <a:srgbClr val="172033"/>
                </a:solidFill>
              </a:defRPr>
            </a:lvl4pPr>
            <a:lvl5pPr>
              <a:defRPr sz="1200" b="0">
                <a:solidFill>
                  <a:srgbClr val="172033"/>
                </a:solidFill>
              </a:defRPr>
            </a:lvl5pPr>
            <a:lvl6pPr>
              <a:defRPr sz="1200" b="0">
                <a:solidFill>
                  <a:srgbClr val="172033"/>
                </a:solidFill>
              </a:defRPr>
            </a:lvl6pPr>
            <a:lvl7pPr>
              <a:defRPr sz="1200" b="0">
                <a:solidFill>
                  <a:srgbClr val="172033"/>
                </a:solidFill>
              </a:defRPr>
            </a:lvl7pPr>
            <a:lvl8pPr>
              <a:defRPr sz="1200" b="0">
                <a:solidFill>
                  <a:srgbClr val="172033"/>
                </a:solidFill>
              </a:defRPr>
            </a:lvl8pPr>
            <a:lvl9pPr>
              <a:defRPr sz="120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New action and exception forms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3A0FB96-034F-4BB0-8606-BE2C9E88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14775"/>
            <a:ext cx="3667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F766E"/>
                </a:solidFill>
              </a:defRPr>
            </a:defPPr>
            <a:lvl1pPr>
              <a:defRPr sz="1200" b="1">
                <a:solidFill>
                  <a:srgbClr val="0F766E"/>
                </a:solidFill>
              </a:defRPr>
            </a:lvl1pPr>
            <a:lvl2pPr>
              <a:defRPr sz="1200" b="1">
                <a:solidFill>
                  <a:srgbClr val="0F766E"/>
                </a:solidFill>
              </a:defRPr>
            </a:lvl2pPr>
            <a:lvl3pPr>
              <a:defRPr sz="1200" b="1">
                <a:solidFill>
                  <a:srgbClr val="0F766E"/>
                </a:solidFill>
              </a:defRPr>
            </a:lvl3pPr>
            <a:lvl4pPr>
              <a:defRPr sz="1200" b="1">
                <a:solidFill>
                  <a:srgbClr val="0F766E"/>
                </a:solidFill>
              </a:defRPr>
            </a:lvl4pPr>
            <a:lvl5pPr>
              <a:defRPr sz="1200" b="1">
                <a:solidFill>
                  <a:srgbClr val="0F766E"/>
                </a:solidFill>
              </a:defRPr>
            </a:lvl5pPr>
            <a:lvl6pPr>
              <a:defRPr sz="1200" b="1">
                <a:solidFill>
                  <a:srgbClr val="0F766E"/>
                </a:solidFill>
              </a:defRPr>
            </a:lvl6pPr>
            <a:lvl7pPr>
              <a:defRPr sz="1200" b="1">
                <a:solidFill>
                  <a:srgbClr val="0F766E"/>
                </a:solidFill>
              </a:defRPr>
            </a:lvl7pPr>
            <a:lvl8pPr>
              <a:defRPr sz="1200" b="1">
                <a:solidFill>
                  <a:srgbClr val="0F766E"/>
                </a:solidFill>
              </a:defRPr>
            </a:lvl8pPr>
            <a:lvl9pPr>
              <a:defRPr sz="12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Referral, appointment, treatment, enquiry and letter cases</a:t>
            </a:r>
            <a:endParaRPr sz="1200" b="1">
              <a:solidFill>
                <a:srgbClr val="0F766E"/>
              </a:solidFill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E28FCD6F-F6F2-4C99-8BDA-98CAE8CF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109728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82F82B9-C823-4E6E-9504-A69FFBB6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05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8324A"/>
                </a:solidFill>
              </a:defRPr>
            </a:defPPr>
            <a:lvl1pPr>
              <a:defRPr sz="1275" b="1">
                <a:solidFill>
                  <a:srgbClr val="18324A"/>
                </a:solidFill>
              </a:defRPr>
            </a:lvl1pPr>
            <a:lvl2pPr>
              <a:defRPr sz="1275" b="1">
                <a:solidFill>
                  <a:srgbClr val="18324A"/>
                </a:solidFill>
              </a:defRPr>
            </a:lvl2pPr>
            <a:lvl3pPr>
              <a:defRPr sz="1275" b="1">
                <a:solidFill>
                  <a:srgbClr val="18324A"/>
                </a:solidFill>
              </a:defRPr>
            </a:lvl3pPr>
            <a:lvl4pPr>
              <a:defRPr sz="1275" b="1">
                <a:solidFill>
                  <a:srgbClr val="18324A"/>
                </a:solidFill>
              </a:defRPr>
            </a:lvl4pPr>
            <a:lvl5pPr>
              <a:defRPr sz="1275" b="1">
                <a:solidFill>
                  <a:srgbClr val="18324A"/>
                </a:solidFill>
              </a:defRPr>
            </a:lvl5pPr>
            <a:lvl6pPr>
              <a:defRPr sz="1275" b="1">
                <a:solidFill>
                  <a:srgbClr val="18324A"/>
                </a:solidFill>
              </a:defRPr>
            </a:lvl6pPr>
            <a:lvl7pPr>
              <a:defRPr sz="1275" b="1">
                <a:solidFill>
                  <a:srgbClr val="18324A"/>
                </a:solidFill>
              </a:defRPr>
            </a:lvl7pPr>
            <a:lvl8pPr>
              <a:defRPr sz="1275" b="1">
                <a:solidFill>
                  <a:srgbClr val="18324A"/>
                </a:solidFill>
              </a:defRPr>
            </a:lvl8pPr>
            <a:lvl9pPr>
              <a:defRPr sz="1275" b="1">
                <a:solidFill>
                  <a:srgbClr val="18324A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18324A"/>
                </a:solidFill>
              </a:defRPr>
            </a:pPr>
            <a:r>
              <a:rPr sz="1275" b="1">
                <a:solidFill>
                  <a:srgbClr val="18324A"/>
                </a:solidFill>
              </a:rPr>
              <a:t>Data persistence</a:t>
            </a:r>
            <a:endParaRPr sz="1275" b="1">
              <a:solidFill>
                <a:srgbClr val="18324A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AF4AB52-490C-48D9-A230-7B67C929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0537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  <a:lvl1pPr>
              <a:defRPr sz="1200" b="0">
                <a:solidFill>
                  <a:srgbClr val="172033"/>
                </a:solidFill>
              </a:defRPr>
            </a:lvl1pPr>
            <a:lvl2pPr>
              <a:defRPr sz="1200" b="0">
                <a:solidFill>
                  <a:srgbClr val="172033"/>
                </a:solidFill>
              </a:defRPr>
            </a:lvl2pPr>
            <a:lvl3pPr>
              <a:defRPr sz="1200" b="0">
                <a:solidFill>
                  <a:srgbClr val="172033"/>
                </a:solidFill>
              </a:defRPr>
            </a:lvl3pPr>
            <a:lvl4pPr>
              <a:defRPr sz="1200" b="0">
                <a:solidFill>
                  <a:srgbClr val="172033"/>
                </a:solidFill>
              </a:defRPr>
            </a:lvl4pPr>
            <a:lvl5pPr>
              <a:defRPr sz="1200" b="0">
                <a:solidFill>
                  <a:srgbClr val="172033"/>
                </a:solidFill>
              </a:defRPr>
            </a:lvl5pPr>
            <a:lvl6pPr>
              <a:defRPr sz="1200" b="0">
                <a:solidFill>
                  <a:srgbClr val="172033"/>
                </a:solidFill>
              </a:defRPr>
            </a:lvl6pPr>
            <a:lvl7pPr>
              <a:defRPr sz="1200" b="0">
                <a:solidFill>
                  <a:srgbClr val="172033"/>
                </a:solidFill>
              </a:defRPr>
            </a:lvl7pPr>
            <a:lvl8pPr>
              <a:defRPr sz="1200" b="0">
                <a:solidFill>
                  <a:srgbClr val="172033"/>
                </a:solidFill>
              </a:defRPr>
            </a:lvl8pPr>
            <a:lvl9pPr>
              <a:defRPr sz="120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H2 repository with load and save behaviour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729E65A-4436-4A07-8AFC-7FE6DEB9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05375"/>
            <a:ext cx="3667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F766E"/>
                </a:solidFill>
              </a:defRPr>
            </a:defPPr>
            <a:lvl1pPr>
              <a:defRPr sz="1200" b="1">
                <a:solidFill>
                  <a:srgbClr val="0F766E"/>
                </a:solidFill>
              </a:defRPr>
            </a:lvl1pPr>
            <a:lvl2pPr>
              <a:defRPr sz="1200" b="1">
                <a:solidFill>
                  <a:srgbClr val="0F766E"/>
                </a:solidFill>
              </a:defRPr>
            </a:lvl2pPr>
            <a:lvl3pPr>
              <a:defRPr sz="1200" b="1">
                <a:solidFill>
                  <a:srgbClr val="0F766E"/>
                </a:solidFill>
              </a:defRPr>
            </a:lvl3pPr>
            <a:lvl4pPr>
              <a:defRPr sz="1200" b="1">
                <a:solidFill>
                  <a:srgbClr val="0F766E"/>
                </a:solidFill>
              </a:defRPr>
            </a:lvl4pPr>
            <a:lvl5pPr>
              <a:defRPr sz="1200" b="1">
                <a:solidFill>
                  <a:srgbClr val="0F766E"/>
                </a:solidFill>
              </a:defRPr>
            </a:lvl5pPr>
            <a:lvl6pPr>
              <a:defRPr sz="1200" b="1">
                <a:solidFill>
                  <a:srgbClr val="0F766E"/>
                </a:solidFill>
              </a:defRPr>
            </a:lvl6pPr>
            <a:lvl7pPr>
              <a:defRPr sz="1200" b="1">
                <a:solidFill>
                  <a:srgbClr val="0F766E"/>
                </a:solidFill>
              </a:defRPr>
            </a:lvl7pPr>
            <a:lvl8pPr>
              <a:defRPr sz="1200" b="1">
                <a:solidFill>
                  <a:srgbClr val="0F766E"/>
                </a:solidFill>
              </a:defRPr>
            </a:lvl8pPr>
            <a:lvl9pPr>
              <a:defRPr sz="12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0F766E"/>
                </a:solidFill>
              </a:defRPr>
            </a:pPr>
            <a:r>
              <a:rPr sz="1200" b="1">
                <a:solidFill>
                  <a:srgbClr val="0F766E"/>
                </a:solidFill>
              </a:rPr>
              <a:t>Data can be retrieved by application identifiers</a:t>
            </a:r>
            <a:endParaRPr sz="1200" b="1">
              <a:solidFill>
                <a:srgbClr val="0F766E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0B6D5D1-5185-4069-90A6-913AD86B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276"/>
                </a:solidFill>
              </a:defRPr>
            </a:defPPr>
            <a:lvl1pPr>
              <a:defRPr sz="900" b="0">
                <a:solidFill>
                  <a:srgbClr val="526276"/>
                </a:solidFill>
              </a:defRPr>
            </a:lvl1pPr>
            <a:lvl2pPr>
              <a:defRPr sz="900" b="0">
                <a:solidFill>
                  <a:srgbClr val="526276"/>
                </a:solidFill>
              </a:defRPr>
            </a:lvl2pPr>
            <a:lvl3pPr>
              <a:defRPr sz="900" b="0">
                <a:solidFill>
                  <a:srgbClr val="526276"/>
                </a:solidFill>
              </a:defRPr>
            </a:lvl3pPr>
            <a:lvl4pPr>
              <a:defRPr sz="900" b="0">
                <a:solidFill>
                  <a:srgbClr val="526276"/>
                </a:solidFill>
              </a:defRPr>
            </a:lvl4pPr>
            <a:lvl5pPr>
              <a:defRPr sz="900" b="0">
                <a:solidFill>
                  <a:srgbClr val="526276"/>
                </a:solidFill>
              </a:defRPr>
            </a:lvl5pPr>
            <a:lvl6pPr>
              <a:defRPr sz="900" b="0">
                <a:solidFill>
                  <a:srgbClr val="526276"/>
                </a:solidFill>
              </a:defRPr>
            </a:lvl6pPr>
            <a:lvl7pPr>
              <a:defRPr sz="900" b="0">
                <a:solidFill>
                  <a:srgbClr val="526276"/>
                </a:solidFill>
              </a:defRPr>
            </a:lvl7pPr>
            <a:lvl8pPr>
              <a:defRPr sz="900" b="0">
                <a:solidFill>
                  <a:srgbClr val="526276"/>
                </a:solidFill>
              </a:defRPr>
            </a:lvl8pPr>
            <a:lvl9pPr>
              <a:defRPr sz="900" b="0">
                <a:solidFill>
                  <a:srgbClr val="526276"/>
                </a:solidFill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526276"/>
                </a:solidFill>
              </a:defRPr>
            </a:pPr>
            <a:r>
              <a:rPr sz="900" b="0">
                <a:solidFill>
                  <a:srgbClr val="526276"/>
                </a:solidFill>
              </a:rPr>
              <a:t>Supporting evidence: 05_Evidence_Documents/Teacher_Feedback_Implementation_Evidence.docx</a:t>
            </a:r>
            <a:endParaRPr sz="900" b="0">
              <a:solidFill>
                <a:srgbClr val="5262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08879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692E89A-B154-4182-8A3B-DCFCB177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F766E"/>
                </a:solidFill>
              </a:defRPr>
            </a:defPPr>
            <a:lvl1pPr>
              <a:defRPr sz="1050" b="1">
                <a:solidFill>
                  <a:srgbClr val="0F766E"/>
                </a:solidFill>
              </a:defRPr>
            </a:lvl1pPr>
            <a:lvl2pPr>
              <a:defRPr sz="1050" b="1">
                <a:solidFill>
                  <a:srgbClr val="0F766E"/>
                </a:solidFill>
              </a:defRPr>
            </a:lvl2pPr>
            <a:lvl3pPr>
              <a:defRPr sz="1050" b="1">
                <a:solidFill>
                  <a:srgbClr val="0F766E"/>
                </a:solidFill>
              </a:defRPr>
            </a:lvl3pPr>
            <a:lvl4pPr>
              <a:defRPr sz="1050" b="1">
                <a:solidFill>
                  <a:srgbClr val="0F766E"/>
                </a:solidFill>
              </a:defRPr>
            </a:lvl4pPr>
            <a:lvl5pPr>
              <a:defRPr sz="1050" b="1">
                <a:solidFill>
                  <a:srgbClr val="0F766E"/>
                </a:solidFill>
              </a:defRPr>
            </a:lvl5pPr>
            <a:lvl6pPr>
              <a:defRPr sz="1050" b="1">
                <a:solidFill>
                  <a:srgbClr val="0F766E"/>
                </a:solidFill>
              </a:defRPr>
            </a:lvl6pPr>
            <a:lvl7pPr>
              <a:defRPr sz="1050" b="1">
                <a:solidFill>
                  <a:srgbClr val="0F766E"/>
                </a:solidFill>
              </a:defRPr>
            </a:lvl7pPr>
            <a:lvl8pPr>
              <a:defRPr sz="1050" b="1">
                <a:solidFill>
                  <a:srgbClr val="0F766E"/>
                </a:solidFill>
              </a:defRPr>
            </a:lvl8pPr>
            <a:lvl9pPr>
              <a:defRPr sz="10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UFCEP6 0 3  Release 2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682FA00E-C852-4581-967F-0CC9CA5D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8324A"/>
                </a:solidFill>
              </a:defRPr>
            </a:defPPr>
            <a:lvl1pPr>
              <a:defRPr sz="2400" b="1">
                <a:solidFill>
                  <a:srgbClr val="18324A"/>
                </a:solidFill>
              </a:defRPr>
            </a:lvl1pPr>
            <a:lvl2pPr>
              <a:defRPr sz="2400" b="1">
                <a:solidFill>
                  <a:srgbClr val="18324A"/>
                </a:solidFill>
              </a:defRPr>
            </a:lvl2pPr>
            <a:lvl3pPr>
              <a:defRPr sz="2400" b="1">
                <a:solidFill>
                  <a:srgbClr val="18324A"/>
                </a:solidFill>
              </a:defRPr>
            </a:lvl3pPr>
            <a:lvl4pPr>
              <a:defRPr sz="2400" b="1">
                <a:solidFill>
                  <a:srgbClr val="18324A"/>
                </a:solidFill>
              </a:defRPr>
            </a:lvl4pPr>
            <a:lvl5pPr>
              <a:defRPr sz="2400" b="1">
                <a:solidFill>
                  <a:srgbClr val="18324A"/>
                </a:solidFill>
              </a:defRPr>
            </a:lvl5pPr>
            <a:lvl6pPr>
              <a:defRPr sz="2400" b="1">
                <a:solidFill>
                  <a:srgbClr val="18324A"/>
                </a:solidFill>
              </a:defRPr>
            </a:lvl6pPr>
            <a:lvl7pPr>
              <a:defRPr sz="2400" b="1">
                <a:solidFill>
                  <a:srgbClr val="18324A"/>
                </a:solidFill>
              </a:defRPr>
            </a:lvl7pPr>
            <a:lvl8pPr>
              <a:defRPr sz="2400" b="1">
                <a:solidFill>
                  <a:srgbClr val="18324A"/>
                </a:solidFill>
              </a:defRPr>
            </a:lvl8pPr>
            <a:lvl9pPr>
              <a:defRPr sz="2400" b="1">
                <a:solidFill>
                  <a:srgbClr val="18324A"/>
                </a:solidFill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8324A"/>
                </a:solidFill>
              </a:defRPr>
            </a:pPr>
            <a:r>
              <a:rPr sz="2400" b="1">
                <a:solidFill>
                  <a:srgbClr val="18324A"/>
                </a:solidFill>
              </a:rPr>
              <a:t>Forms and operational validation</a:t>
            </a:r>
            <a:endParaRPr sz="2400" b="1">
              <a:solidFill>
                <a:srgbClr val="18324A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912EDB8-A032-4781-9FAB-F73610D3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26276"/>
                </a:solidFill>
              </a:defRPr>
            </a:defPPr>
            <a:lvl1pPr>
              <a:defRPr sz="1050" b="1">
                <a:solidFill>
                  <a:srgbClr val="526276"/>
                </a:solidFill>
              </a:defRPr>
            </a:lvl1pPr>
            <a:lvl2pPr>
              <a:defRPr sz="1050" b="1">
                <a:solidFill>
                  <a:srgbClr val="526276"/>
                </a:solidFill>
              </a:defRPr>
            </a:lvl2pPr>
            <a:lvl3pPr>
              <a:defRPr sz="1050" b="1">
                <a:solidFill>
                  <a:srgbClr val="526276"/>
                </a:solidFill>
              </a:defRPr>
            </a:lvl3pPr>
            <a:lvl4pPr>
              <a:defRPr sz="1050" b="1">
                <a:solidFill>
                  <a:srgbClr val="526276"/>
                </a:solidFill>
              </a:defRPr>
            </a:lvl4pPr>
            <a:lvl5pPr>
              <a:defRPr sz="1050" b="1">
                <a:solidFill>
                  <a:srgbClr val="526276"/>
                </a:solidFill>
              </a:defRPr>
            </a:lvl5pPr>
            <a:lvl6pPr>
              <a:defRPr sz="1050" b="1">
                <a:solidFill>
                  <a:srgbClr val="526276"/>
                </a:solidFill>
              </a:defRPr>
            </a:lvl6pPr>
            <a:lvl7pPr>
              <a:defRPr sz="1050" b="1">
                <a:solidFill>
                  <a:srgbClr val="526276"/>
                </a:solidFill>
              </a:defRPr>
            </a:lvl7pPr>
            <a:lvl8pPr>
              <a:defRPr sz="1050" b="1">
                <a:solidFill>
                  <a:srgbClr val="526276"/>
                </a:solidFill>
              </a:defRPr>
            </a:lvl8pPr>
            <a:lvl9pPr>
              <a:defRPr sz="1050" b="1">
                <a:solidFill>
                  <a:srgbClr val="526276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526276"/>
                </a:solidFill>
              </a:defRPr>
            </a:pPr>
            <a:r>
              <a:rPr sz="1050" b="1">
                <a:solidFill>
                  <a:srgbClr val="526276"/>
                </a:solidFill>
              </a:rPr>
              <a:t>04</a:t>
            </a:r>
            <a:endParaRPr sz="1050" b="1">
              <a:solidFill>
                <a:srgbClr val="526276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203C937-D9A5-46B1-85C4-EABC27B2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0F1DC942-BDA3-4549-97D5-923920C1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0482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27F8457-A096-4B69-AE2E-769DF2EE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8324A"/>
                </a:solidFill>
              </a:defRPr>
            </a:defPPr>
            <a:lvl1pPr>
              <a:defRPr sz="1650" b="1">
                <a:solidFill>
                  <a:srgbClr val="18324A"/>
                </a:solidFill>
              </a:defRPr>
            </a:lvl1pPr>
            <a:lvl2pPr>
              <a:defRPr sz="1650" b="1">
                <a:solidFill>
                  <a:srgbClr val="18324A"/>
                </a:solidFill>
              </a:defRPr>
            </a:lvl2pPr>
            <a:lvl3pPr>
              <a:defRPr sz="1650" b="1">
                <a:solidFill>
                  <a:srgbClr val="18324A"/>
                </a:solidFill>
              </a:defRPr>
            </a:lvl3pPr>
            <a:lvl4pPr>
              <a:defRPr sz="1650" b="1">
                <a:solidFill>
                  <a:srgbClr val="18324A"/>
                </a:solidFill>
              </a:defRPr>
            </a:lvl4pPr>
            <a:lvl5pPr>
              <a:defRPr sz="1650" b="1">
                <a:solidFill>
                  <a:srgbClr val="18324A"/>
                </a:solidFill>
              </a:defRPr>
            </a:lvl5pPr>
            <a:lvl6pPr>
              <a:defRPr sz="1650" b="1">
                <a:solidFill>
                  <a:srgbClr val="18324A"/>
                </a:solidFill>
              </a:defRPr>
            </a:lvl6pPr>
            <a:lvl7pPr>
              <a:defRPr sz="1650" b="1">
                <a:solidFill>
                  <a:srgbClr val="18324A"/>
                </a:solidFill>
              </a:defRPr>
            </a:lvl7pPr>
            <a:lvl8pPr>
              <a:defRPr sz="1650" b="1">
                <a:solidFill>
                  <a:srgbClr val="18324A"/>
                </a:solidFill>
              </a:defRPr>
            </a:lvl8pPr>
            <a:lvl9pPr>
              <a:defRPr sz="1650" b="1">
                <a:solidFill>
                  <a:srgbClr val="18324A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Form improvements</a:t>
            </a:r>
            <a:endParaRPr sz="1650" b="1">
              <a:solidFill>
                <a:srgbClr val="18324A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33CD8E2-B756-4A16-9468-3AD97563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  <a:lvl1pPr>
              <a:defRPr sz="1275" b="0">
                <a:solidFill>
                  <a:srgbClr val="172033"/>
                </a:solidFill>
              </a:defRPr>
            </a:lvl1pPr>
            <a:lvl2pPr>
              <a:defRPr sz="1275" b="0">
                <a:solidFill>
                  <a:srgbClr val="172033"/>
                </a:solidFill>
              </a:defRPr>
            </a:lvl2pPr>
            <a:lvl3pPr>
              <a:defRPr sz="1275" b="0">
                <a:solidFill>
                  <a:srgbClr val="172033"/>
                </a:solidFill>
              </a:defRPr>
            </a:lvl3pPr>
            <a:lvl4pPr>
              <a:defRPr sz="1275" b="0">
                <a:solidFill>
                  <a:srgbClr val="172033"/>
                </a:solidFill>
              </a:defRPr>
            </a:lvl4pPr>
            <a:lvl5pPr>
              <a:defRPr sz="1275" b="0">
                <a:solidFill>
                  <a:srgbClr val="172033"/>
                </a:solidFill>
              </a:defRPr>
            </a:lvl5pPr>
            <a:lvl6pPr>
              <a:defRPr sz="1275" b="0">
                <a:solidFill>
                  <a:srgbClr val="172033"/>
                </a:solidFill>
              </a:defRPr>
            </a:lvl6pPr>
            <a:lvl7pPr>
              <a:defRPr sz="1275" b="0">
                <a:solidFill>
                  <a:srgbClr val="172033"/>
                </a:solidFill>
              </a:defRPr>
            </a:lvl7pPr>
            <a:lvl8pPr>
              <a:defRPr sz="1275" b="0">
                <a:solidFill>
                  <a:srgbClr val="172033"/>
                </a:solidFill>
              </a:defRPr>
            </a:lvl8pPr>
            <a:lvl9pPr>
              <a:defRPr sz="1275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  24 Camunda form definitions grouped by process owner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3F5FC61-1B9D-43CF-94FE-9A198A63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  <a:lvl1pPr>
              <a:defRPr sz="1275" b="0">
                <a:solidFill>
                  <a:srgbClr val="172033"/>
                </a:solidFill>
              </a:defRPr>
            </a:lvl1pPr>
            <a:lvl2pPr>
              <a:defRPr sz="1275" b="0">
                <a:solidFill>
                  <a:srgbClr val="172033"/>
                </a:solidFill>
              </a:defRPr>
            </a:lvl2pPr>
            <a:lvl3pPr>
              <a:defRPr sz="1275" b="0">
                <a:solidFill>
                  <a:srgbClr val="172033"/>
                </a:solidFill>
              </a:defRPr>
            </a:lvl3pPr>
            <a:lvl4pPr>
              <a:defRPr sz="1275" b="0">
                <a:solidFill>
                  <a:srgbClr val="172033"/>
                </a:solidFill>
              </a:defRPr>
            </a:lvl4pPr>
            <a:lvl5pPr>
              <a:defRPr sz="1275" b="0">
                <a:solidFill>
                  <a:srgbClr val="172033"/>
                </a:solidFill>
              </a:defRPr>
            </a:lvl5pPr>
            <a:lvl6pPr>
              <a:defRPr sz="1275" b="0">
                <a:solidFill>
                  <a:srgbClr val="172033"/>
                </a:solidFill>
              </a:defRPr>
            </a:lvl6pPr>
            <a:lvl7pPr>
              <a:defRPr sz="1275" b="0">
                <a:solidFill>
                  <a:srgbClr val="172033"/>
                </a:solidFill>
              </a:defRPr>
            </a:lvl7pPr>
            <a:lvl8pPr>
              <a:defRPr sz="1275" b="0">
                <a:solidFill>
                  <a:srgbClr val="172033"/>
                </a:solidFill>
              </a:defRPr>
            </a:lvl8pPr>
            <a:lvl9pPr>
              <a:defRPr sz="1275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  Required inputs and bounded options for decisions and outcomes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6873A31-0411-4F65-9415-025BA859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  <a:lvl1pPr>
              <a:defRPr sz="1275" b="0">
                <a:solidFill>
                  <a:srgbClr val="172033"/>
                </a:solidFill>
              </a:defRPr>
            </a:lvl1pPr>
            <a:lvl2pPr>
              <a:defRPr sz="1275" b="0">
                <a:solidFill>
                  <a:srgbClr val="172033"/>
                </a:solidFill>
              </a:defRPr>
            </a:lvl2pPr>
            <a:lvl3pPr>
              <a:defRPr sz="1275" b="0">
                <a:solidFill>
                  <a:srgbClr val="172033"/>
                </a:solidFill>
              </a:defRPr>
            </a:lvl3pPr>
            <a:lvl4pPr>
              <a:defRPr sz="1275" b="0">
                <a:solidFill>
                  <a:srgbClr val="172033"/>
                </a:solidFill>
              </a:defRPr>
            </a:lvl4pPr>
            <a:lvl5pPr>
              <a:defRPr sz="1275" b="0">
                <a:solidFill>
                  <a:srgbClr val="172033"/>
                </a:solidFill>
              </a:defRPr>
            </a:lvl5pPr>
            <a:lvl6pPr>
              <a:defRPr sz="1275" b="0">
                <a:solidFill>
                  <a:srgbClr val="172033"/>
                </a:solidFill>
              </a:defRPr>
            </a:lvl6pPr>
            <a:lvl7pPr>
              <a:defRPr sz="1275" b="0">
                <a:solidFill>
                  <a:srgbClr val="172033"/>
                </a:solidFill>
              </a:defRPr>
            </a:lvl7pPr>
            <a:lvl8pPr>
              <a:defRPr sz="1275" b="0">
                <a:solidFill>
                  <a:srgbClr val="172033"/>
                </a:solidFill>
              </a:defRPr>
            </a:lvl8pPr>
            <a:lvl9pPr>
              <a:defRPr sz="1275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  Added exception forms for referral action, appointment resolution, treatment action, enquiry route and clinic letter administration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25CFB510-9B11-4A54-A8E9-8469AE0F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90700"/>
            <a:ext cx="56007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2CC4200-09B0-4593-B2E2-98A61832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47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8324A"/>
                </a:solidFill>
              </a:defRPr>
            </a:defPPr>
            <a:lvl1pPr>
              <a:defRPr sz="1650" b="1">
                <a:solidFill>
                  <a:srgbClr val="18324A"/>
                </a:solidFill>
              </a:defRPr>
            </a:lvl1pPr>
            <a:lvl2pPr>
              <a:defRPr sz="1650" b="1">
                <a:solidFill>
                  <a:srgbClr val="18324A"/>
                </a:solidFill>
              </a:defRPr>
            </a:lvl2pPr>
            <a:lvl3pPr>
              <a:defRPr sz="1650" b="1">
                <a:solidFill>
                  <a:srgbClr val="18324A"/>
                </a:solidFill>
              </a:defRPr>
            </a:lvl3pPr>
            <a:lvl4pPr>
              <a:defRPr sz="1650" b="1">
                <a:solidFill>
                  <a:srgbClr val="18324A"/>
                </a:solidFill>
              </a:defRPr>
            </a:lvl4pPr>
            <a:lvl5pPr>
              <a:defRPr sz="1650" b="1">
                <a:solidFill>
                  <a:srgbClr val="18324A"/>
                </a:solidFill>
              </a:defRPr>
            </a:lvl5pPr>
            <a:lvl6pPr>
              <a:defRPr sz="1650" b="1">
                <a:solidFill>
                  <a:srgbClr val="18324A"/>
                </a:solidFill>
              </a:defRPr>
            </a:lvl6pPr>
            <a:lvl7pPr>
              <a:defRPr sz="1650" b="1">
                <a:solidFill>
                  <a:srgbClr val="18324A"/>
                </a:solidFill>
              </a:defRPr>
            </a:lvl7pPr>
            <a:lvl8pPr>
              <a:defRPr sz="1650" b="1">
                <a:solidFill>
                  <a:srgbClr val="18324A"/>
                </a:solidFill>
              </a:defRPr>
            </a:lvl8pPr>
            <a:lvl9pPr>
              <a:defRPr sz="1650" b="1">
                <a:solidFill>
                  <a:srgbClr val="18324A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18324A"/>
                </a:solidFill>
              </a:defRPr>
            </a:pPr>
            <a:r>
              <a:rPr sz="1650" b="1">
                <a:solidFill>
                  <a:srgbClr val="18324A"/>
                </a:solidFill>
              </a:rPr>
              <a:t>Operational checks</a:t>
            </a:r>
            <a:endParaRPr sz="1650" b="1">
              <a:solidFill>
                <a:srgbClr val="18324A"/>
              </a:solidFill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94C48B1-70A9-4B5F-AC4F-7D675E63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717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  <a:lvl1pPr>
              <a:defRPr sz="1275" b="0">
                <a:solidFill>
                  <a:srgbClr val="172033"/>
                </a:solidFill>
              </a:defRPr>
            </a:lvl1pPr>
            <a:lvl2pPr>
              <a:defRPr sz="1275" b="0">
                <a:solidFill>
                  <a:srgbClr val="172033"/>
                </a:solidFill>
              </a:defRPr>
            </a:lvl2pPr>
            <a:lvl3pPr>
              <a:defRPr sz="1275" b="0">
                <a:solidFill>
                  <a:srgbClr val="172033"/>
                </a:solidFill>
              </a:defRPr>
            </a:lvl3pPr>
            <a:lvl4pPr>
              <a:defRPr sz="1275" b="0">
                <a:solidFill>
                  <a:srgbClr val="172033"/>
                </a:solidFill>
              </a:defRPr>
            </a:lvl4pPr>
            <a:lvl5pPr>
              <a:defRPr sz="1275" b="0">
                <a:solidFill>
                  <a:srgbClr val="172033"/>
                </a:solidFill>
              </a:defRPr>
            </a:lvl5pPr>
            <a:lvl6pPr>
              <a:defRPr sz="1275" b="0">
                <a:solidFill>
                  <a:srgbClr val="172033"/>
                </a:solidFill>
              </a:defRPr>
            </a:lvl6pPr>
            <a:lvl7pPr>
              <a:defRPr sz="1275" b="0">
                <a:solidFill>
                  <a:srgbClr val="172033"/>
                </a:solidFill>
              </a:defRPr>
            </a:lvl7pPr>
            <a:lvl8pPr>
              <a:defRPr sz="1275" b="0">
                <a:solidFill>
                  <a:srgbClr val="172033"/>
                </a:solidFill>
              </a:defRPr>
            </a:lvl8pPr>
            <a:lvl9pPr>
              <a:defRPr sz="1275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  Task to form bindings are consistent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25C0FF3-A10B-4360-BBDD-27F874D6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861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  <a:lvl1pPr>
              <a:defRPr sz="1275" b="0">
                <a:solidFill>
                  <a:srgbClr val="172033"/>
                </a:solidFill>
              </a:defRPr>
            </a:lvl1pPr>
            <a:lvl2pPr>
              <a:defRPr sz="1275" b="0">
                <a:solidFill>
                  <a:srgbClr val="172033"/>
                </a:solidFill>
              </a:defRPr>
            </a:lvl2pPr>
            <a:lvl3pPr>
              <a:defRPr sz="1275" b="0">
                <a:solidFill>
                  <a:srgbClr val="172033"/>
                </a:solidFill>
              </a:defRPr>
            </a:lvl3pPr>
            <a:lvl4pPr>
              <a:defRPr sz="1275" b="0">
                <a:solidFill>
                  <a:srgbClr val="172033"/>
                </a:solidFill>
              </a:defRPr>
            </a:lvl4pPr>
            <a:lvl5pPr>
              <a:defRPr sz="1275" b="0">
                <a:solidFill>
                  <a:srgbClr val="172033"/>
                </a:solidFill>
              </a:defRPr>
            </a:lvl5pPr>
            <a:lvl6pPr>
              <a:defRPr sz="1275" b="0">
                <a:solidFill>
                  <a:srgbClr val="172033"/>
                </a:solidFill>
              </a:defRPr>
            </a:lvl6pPr>
            <a:lvl7pPr>
              <a:defRPr sz="1275" b="0">
                <a:solidFill>
                  <a:srgbClr val="172033"/>
                </a:solidFill>
              </a:defRPr>
            </a:lvl7pPr>
            <a:lvl8pPr>
              <a:defRPr sz="1275" b="0">
                <a:solidFill>
                  <a:srgbClr val="172033"/>
                </a:solidFill>
              </a:defRPr>
            </a:lvl8pPr>
            <a:lvl9pPr>
              <a:defRPr sz="1275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  All child BPMN flow references pass validation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A699E45-A507-4FC6-AA0B-AB18548F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00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172033"/>
                </a:solidFill>
              </a:defRPr>
            </a:defPPr>
            <a:lvl1pPr>
              <a:defRPr sz="1275" b="0">
                <a:solidFill>
                  <a:srgbClr val="172033"/>
                </a:solidFill>
              </a:defRPr>
            </a:lvl1pPr>
            <a:lvl2pPr>
              <a:defRPr sz="1275" b="0">
                <a:solidFill>
                  <a:srgbClr val="172033"/>
                </a:solidFill>
              </a:defRPr>
            </a:lvl2pPr>
            <a:lvl3pPr>
              <a:defRPr sz="1275" b="0">
                <a:solidFill>
                  <a:srgbClr val="172033"/>
                </a:solidFill>
              </a:defRPr>
            </a:lvl3pPr>
            <a:lvl4pPr>
              <a:defRPr sz="1275" b="0">
                <a:solidFill>
                  <a:srgbClr val="172033"/>
                </a:solidFill>
              </a:defRPr>
            </a:lvl4pPr>
            <a:lvl5pPr>
              <a:defRPr sz="1275" b="0">
                <a:solidFill>
                  <a:srgbClr val="172033"/>
                </a:solidFill>
              </a:defRPr>
            </a:lvl5pPr>
            <a:lvl6pPr>
              <a:defRPr sz="1275" b="0">
                <a:solidFill>
                  <a:srgbClr val="172033"/>
                </a:solidFill>
              </a:defRPr>
            </a:lvl6pPr>
            <a:lvl7pPr>
              <a:defRPr sz="1275" b="0">
                <a:solidFill>
                  <a:srgbClr val="172033"/>
                </a:solidFill>
              </a:defRPr>
            </a:lvl7pPr>
            <a:lvl8pPr>
              <a:defRPr sz="1275" b="0">
                <a:solidFill>
                  <a:srgbClr val="172033"/>
                </a:solidFill>
              </a:defRPr>
            </a:lvl8pPr>
            <a:lvl9pPr>
              <a:defRPr sz="1275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buNone/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  Normal and exception scenarios can be demonstrated through the master process</a:t>
            </a:r>
            <a:endParaRPr sz="1275" b="0">
              <a:solidFill>
                <a:srgbClr val="172033"/>
              </a:solidFill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EEF8E70-D260-471E-BB7A-6751406B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276"/>
                </a:solidFill>
              </a:defRPr>
            </a:defPPr>
            <a:lvl1pPr>
              <a:defRPr sz="900" b="0">
                <a:solidFill>
                  <a:srgbClr val="526276"/>
                </a:solidFill>
              </a:defRPr>
            </a:lvl1pPr>
            <a:lvl2pPr>
              <a:defRPr sz="900" b="0">
                <a:solidFill>
                  <a:srgbClr val="526276"/>
                </a:solidFill>
              </a:defRPr>
            </a:lvl2pPr>
            <a:lvl3pPr>
              <a:defRPr sz="900" b="0">
                <a:solidFill>
                  <a:srgbClr val="526276"/>
                </a:solidFill>
              </a:defRPr>
            </a:lvl3pPr>
            <a:lvl4pPr>
              <a:defRPr sz="900" b="0">
                <a:solidFill>
                  <a:srgbClr val="526276"/>
                </a:solidFill>
              </a:defRPr>
            </a:lvl4pPr>
            <a:lvl5pPr>
              <a:defRPr sz="900" b="0">
                <a:solidFill>
                  <a:srgbClr val="526276"/>
                </a:solidFill>
              </a:defRPr>
            </a:lvl5pPr>
            <a:lvl6pPr>
              <a:defRPr sz="900" b="0">
                <a:solidFill>
                  <a:srgbClr val="526276"/>
                </a:solidFill>
              </a:defRPr>
            </a:lvl6pPr>
            <a:lvl7pPr>
              <a:defRPr sz="900" b="0">
                <a:solidFill>
                  <a:srgbClr val="526276"/>
                </a:solidFill>
              </a:defRPr>
            </a:lvl7pPr>
            <a:lvl8pPr>
              <a:defRPr sz="900" b="0">
                <a:solidFill>
                  <a:srgbClr val="526276"/>
                </a:solidFill>
              </a:defRPr>
            </a:lvl8pPr>
            <a:lvl9pPr>
              <a:defRPr sz="900" b="0">
                <a:solidFill>
                  <a:srgbClr val="526276"/>
                </a:solidFill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526276"/>
                </a:solidFill>
              </a:defRPr>
            </a:pPr>
            <a:r>
              <a:rPr sz="900" b="0">
                <a:solidFill>
                  <a:srgbClr val="526276"/>
                </a:solidFill>
              </a:rPr>
              <a:t>Supporting evidence: 03_Camunda_Forms and 02_Release2_Integrated_BPMN</a:t>
            </a:r>
            <a:endParaRPr sz="900" b="0">
              <a:solidFill>
                <a:srgbClr val="5262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182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16E32000-9348-42CE-ABD1-A83ECFE6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F766E"/>
                </a:solidFill>
              </a:defRPr>
            </a:defPPr>
            <a:lvl1pPr>
              <a:defRPr sz="1050" b="1">
                <a:solidFill>
                  <a:srgbClr val="0F766E"/>
                </a:solidFill>
              </a:defRPr>
            </a:lvl1pPr>
            <a:lvl2pPr>
              <a:defRPr sz="1050" b="1">
                <a:solidFill>
                  <a:srgbClr val="0F766E"/>
                </a:solidFill>
              </a:defRPr>
            </a:lvl2pPr>
            <a:lvl3pPr>
              <a:defRPr sz="1050" b="1">
                <a:solidFill>
                  <a:srgbClr val="0F766E"/>
                </a:solidFill>
              </a:defRPr>
            </a:lvl3pPr>
            <a:lvl4pPr>
              <a:defRPr sz="1050" b="1">
                <a:solidFill>
                  <a:srgbClr val="0F766E"/>
                </a:solidFill>
              </a:defRPr>
            </a:lvl4pPr>
            <a:lvl5pPr>
              <a:defRPr sz="1050" b="1">
                <a:solidFill>
                  <a:srgbClr val="0F766E"/>
                </a:solidFill>
              </a:defRPr>
            </a:lvl5pPr>
            <a:lvl6pPr>
              <a:defRPr sz="1050" b="1">
                <a:solidFill>
                  <a:srgbClr val="0F766E"/>
                </a:solidFill>
              </a:defRPr>
            </a:lvl6pPr>
            <a:lvl7pPr>
              <a:defRPr sz="1050" b="1">
                <a:solidFill>
                  <a:srgbClr val="0F766E"/>
                </a:solidFill>
              </a:defRPr>
            </a:lvl7pPr>
            <a:lvl8pPr>
              <a:defRPr sz="1050" b="1">
                <a:solidFill>
                  <a:srgbClr val="0F766E"/>
                </a:solidFill>
              </a:defRPr>
            </a:lvl8pPr>
            <a:lvl9pPr>
              <a:defRPr sz="10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UFCEP6 0 3  Release 2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470417E-6FF6-498E-B299-2DC33D21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8324A"/>
                </a:solidFill>
              </a:defRPr>
            </a:defPPr>
            <a:lvl1pPr>
              <a:defRPr sz="2400" b="1">
                <a:solidFill>
                  <a:srgbClr val="18324A"/>
                </a:solidFill>
              </a:defRPr>
            </a:lvl1pPr>
            <a:lvl2pPr>
              <a:defRPr sz="2400" b="1">
                <a:solidFill>
                  <a:srgbClr val="18324A"/>
                </a:solidFill>
              </a:defRPr>
            </a:lvl2pPr>
            <a:lvl3pPr>
              <a:defRPr sz="2400" b="1">
                <a:solidFill>
                  <a:srgbClr val="18324A"/>
                </a:solidFill>
              </a:defRPr>
            </a:lvl3pPr>
            <a:lvl4pPr>
              <a:defRPr sz="2400" b="1">
                <a:solidFill>
                  <a:srgbClr val="18324A"/>
                </a:solidFill>
              </a:defRPr>
            </a:lvl4pPr>
            <a:lvl5pPr>
              <a:defRPr sz="2400" b="1">
                <a:solidFill>
                  <a:srgbClr val="18324A"/>
                </a:solidFill>
              </a:defRPr>
            </a:lvl5pPr>
            <a:lvl6pPr>
              <a:defRPr sz="2400" b="1">
                <a:solidFill>
                  <a:srgbClr val="18324A"/>
                </a:solidFill>
              </a:defRPr>
            </a:lvl6pPr>
            <a:lvl7pPr>
              <a:defRPr sz="2400" b="1">
                <a:solidFill>
                  <a:srgbClr val="18324A"/>
                </a:solidFill>
              </a:defRPr>
            </a:lvl7pPr>
            <a:lvl8pPr>
              <a:defRPr sz="2400" b="1">
                <a:solidFill>
                  <a:srgbClr val="18324A"/>
                </a:solidFill>
              </a:defRPr>
            </a:lvl8pPr>
            <a:lvl9pPr>
              <a:defRPr sz="2400" b="1">
                <a:solidFill>
                  <a:srgbClr val="18324A"/>
                </a:solidFill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8324A"/>
                </a:solidFill>
              </a:defRPr>
            </a:pPr>
            <a:r>
              <a:rPr sz="2400" b="1">
                <a:solidFill>
                  <a:srgbClr val="18324A"/>
                </a:solidFill>
              </a:rPr>
              <a:t>External workers and data persistence</a:t>
            </a:r>
            <a:endParaRPr sz="2400" b="1">
              <a:solidFill>
                <a:srgbClr val="18324A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68DBD7F-2F3F-4E18-BBE6-D54871D6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26276"/>
                </a:solidFill>
              </a:defRPr>
            </a:defPPr>
            <a:lvl1pPr>
              <a:defRPr sz="1050" b="1">
                <a:solidFill>
                  <a:srgbClr val="526276"/>
                </a:solidFill>
              </a:defRPr>
            </a:lvl1pPr>
            <a:lvl2pPr>
              <a:defRPr sz="1050" b="1">
                <a:solidFill>
                  <a:srgbClr val="526276"/>
                </a:solidFill>
              </a:defRPr>
            </a:lvl2pPr>
            <a:lvl3pPr>
              <a:defRPr sz="1050" b="1">
                <a:solidFill>
                  <a:srgbClr val="526276"/>
                </a:solidFill>
              </a:defRPr>
            </a:lvl3pPr>
            <a:lvl4pPr>
              <a:defRPr sz="1050" b="1">
                <a:solidFill>
                  <a:srgbClr val="526276"/>
                </a:solidFill>
              </a:defRPr>
            </a:lvl4pPr>
            <a:lvl5pPr>
              <a:defRPr sz="1050" b="1">
                <a:solidFill>
                  <a:srgbClr val="526276"/>
                </a:solidFill>
              </a:defRPr>
            </a:lvl5pPr>
            <a:lvl6pPr>
              <a:defRPr sz="1050" b="1">
                <a:solidFill>
                  <a:srgbClr val="526276"/>
                </a:solidFill>
              </a:defRPr>
            </a:lvl6pPr>
            <a:lvl7pPr>
              <a:defRPr sz="1050" b="1">
                <a:solidFill>
                  <a:srgbClr val="526276"/>
                </a:solidFill>
              </a:defRPr>
            </a:lvl7pPr>
            <a:lvl8pPr>
              <a:defRPr sz="1050" b="1">
                <a:solidFill>
                  <a:srgbClr val="526276"/>
                </a:solidFill>
              </a:defRPr>
            </a:lvl8pPr>
            <a:lvl9pPr>
              <a:defRPr sz="1050" b="1">
                <a:solidFill>
                  <a:srgbClr val="526276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526276"/>
                </a:solidFill>
              </a:defRPr>
            </a:pPr>
            <a:r>
              <a:rPr sz="1050" b="1">
                <a:solidFill>
                  <a:srgbClr val="526276"/>
                </a:solidFill>
              </a:rPr>
              <a:t>05</a:t>
            </a:r>
            <a:endParaRPr sz="1050" b="1">
              <a:solidFill>
                <a:srgbClr val="526276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90864DA-A45C-405C-9047-CE48A025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CD6EFDA2-D003-4206-A2E2-037394BA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05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92F16AD-9E08-4A1D-9171-A069F3C3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563EB"/>
                </a:solidFill>
              </a:defRPr>
            </a:defPPr>
            <a:lvl1pPr>
              <a:defRPr sz="1800" b="1">
                <a:solidFill>
                  <a:srgbClr val="2563EB"/>
                </a:solidFill>
              </a:defRPr>
            </a:lvl1pPr>
            <a:lvl2pPr>
              <a:defRPr sz="1800" b="1">
                <a:solidFill>
                  <a:srgbClr val="2563EB"/>
                </a:solidFill>
              </a:defRPr>
            </a:lvl2pPr>
            <a:lvl3pPr>
              <a:defRPr sz="1800" b="1">
                <a:solidFill>
                  <a:srgbClr val="2563EB"/>
                </a:solidFill>
              </a:defRPr>
            </a:lvl3pPr>
            <a:lvl4pPr>
              <a:defRPr sz="1800" b="1">
                <a:solidFill>
                  <a:srgbClr val="2563EB"/>
                </a:solidFill>
              </a:defRPr>
            </a:lvl4pPr>
            <a:lvl5pPr>
              <a:defRPr sz="1800" b="1">
                <a:solidFill>
                  <a:srgbClr val="2563EB"/>
                </a:solidFill>
              </a:defRPr>
            </a:lvl5pPr>
            <a:lvl6pPr>
              <a:defRPr sz="1800" b="1">
                <a:solidFill>
                  <a:srgbClr val="2563EB"/>
                </a:solidFill>
              </a:defRPr>
            </a:lvl6pPr>
            <a:lvl7pPr>
              <a:defRPr sz="1800" b="1">
                <a:solidFill>
                  <a:srgbClr val="2563EB"/>
                </a:solidFill>
              </a:defRPr>
            </a:lvl7pPr>
            <a:lvl8pPr>
              <a:defRPr sz="1800" b="1">
                <a:solidFill>
                  <a:srgbClr val="2563EB"/>
                </a:solidFill>
              </a:defRPr>
            </a:lvl8pPr>
            <a:lvl9pPr>
              <a:defRPr sz="180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1</a:t>
            </a:r>
            <a:endParaRPr sz="1800" b="1">
              <a:solidFill>
                <a:srgbClr val="2563EB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F15ACEE-7E62-41B0-ACDB-B7542CFB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0375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  <a:lvl1pPr>
              <a:defRPr sz="1200" b="0">
                <a:solidFill>
                  <a:srgbClr val="172033"/>
                </a:solidFill>
              </a:defRPr>
            </a:lvl1pPr>
            <a:lvl2pPr>
              <a:defRPr sz="1200" b="0">
                <a:solidFill>
                  <a:srgbClr val="172033"/>
                </a:solidFill>
              </a:defRPr>
            </a:lvl2pPr>
            <a:lvl3pPr>
              <a:defRPr sz="1200" b="0">
                <a:solidFill>
                  <a:srgbClr val="172033"/>
                </a:solidFill>
              </a:defRPr>
            </a:lvl3pPr>
            <a:lvl4pPr>
              <a:defRPr sz="1200" b="0">
                <a:solidFill>
                  <a:srgbClr val="172033"/>
                </a:solidFill>
              </a:defRPr>
            </a:lvl4pPr>
            <a:lvl5pPr>
              <a:defRPr sz="1200" b="0">
                <a:solidFill>
                  <a:srgbClr val="172033"/>
                </a:solidFill>
              </a:defRPr>
            </a:lvl5pPr>
            <a:lvl6pPr>
              <a:defRPr sz="1200" b="0">
                <a:solidFill>
                  <a:srgbClr val="172033"/>
                </a:solidFill>
              </a:defRPr>
            </a:lvl6pPr>
            <a:lvl7pPr>
              <a:defRPr sz="1200" b="0">
                <a:solidFill>
                  <a:srgbClr val="172033"/>
                </a:solidFill>
              </a:defRPr>
            </a:lvl7pPr>
            <a:lvl8pPr>
              <a:defRPr sz="1200" b="0">
                <a:solidFill>
                  <a:srgbClr val="172033"/>
                </a:solidFill>
              </a:defRPr>
            </a:lvl8pPr>
            <a:lvl9pPr>
              <a:defRPr sz="120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Form and process variables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92D587AF-2F2D-43DD-AA11-72203FC9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81250"/>
            <a:ext cx="1905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51100D2-2DA9-44D3-AAC1-A99B37D2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563EB"/>
                </a:solidFill>
              </a:defRPr>
            </a:defPPr>
            <a:lvl1pPr>
              <a:defRPr sz="1800" b="1">
                <a:solidFill>
                  <a:srgbClr val="2563EB"/>
                </a:solidFill>
              </a:defRPr>
            </a:lvl1pPr>
            <a:lvl2pPr>
              <a:defRPr sz="1800" b="1">
                <a:solidFill>
                  <a:srgbClr val="2563EB"/>
                </a:solidFill>
              </a:defRPr>
            </a:lvl2pPr>
            <a:lvl3pPr>
              <a:defRPr sz="1800" b="1">
                <a:solidFill>
                  <a:srgbClr val="2563EB"/>
                </a:solidFill>
              </a:defRPr>
            </a:lvl3pPr>
            <a:lvl4pPr>
              <a:defRPr sz="1800" b="1">
                <a:solidFill>
                  <a:srgbClr val="2563EB"/>
                </a:solidFill>
              </a:defRPr>
            </a:lvl4pPr>
            <a:lvl5pPr>
              <a:defRPr sz="1800" b="1">
                <a:solidFill>
                  <a:srgbClr val="2563EB"/>
                </a:solidFill>
              </a:defRPr>
            </a:lvl5pPr>
            <a:lvl6pPr>
              <a:defRPr sz="1800" b="1">
                <a:solidFill>
                  <a:srgbClr val="2563EB"/>
                </a:solidFill>
              </a:defRPr>
            </a:lvl6pPr>
            <a:lvl7pPr>
              <a:defRPr sz="1800" b="1">
                <a:solidFill>
                  <a:srgbClr val="2563EB"/>
                </a:solidFill>
              </a:defRPr>
            </a:lvl7pPr>
            <a:lvl8pPr>
              <a:defRPr sz="1800" b="1">
                <a:solidFill>
                  <a:srgbClr val="2563EB"/>
                </a:solidFill>
              </a:defRPr>
            </a:lvl8pPr>
            <a:lvl9pPr>
              <a:defRPr sz="180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2</a:t>
            </a:r>
            <a:endParaRPr sz="1800" b="1">
              <a:solidFill>
                <a:srgbClr val="2563EB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47DD53D-3DED-4579-AA8E-4CD1FABC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000375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  <a:lvl1pPr>
              <a:defRPr sz="1200" b="0">
                <a:solidFill>
                  <a:srgbClr val="172033"/>
                </a:solidFill>
              </a:defRPr>
            </a:lvl1pPr>
            <a:lvl2pPr>
              <a:defRPr sz="1200" b="0">
                <a:solidFill>
                  <a:srgbClr val="172033"/>
                </a:solidFill>
              </a:defRPr>
            </a:lvl2pPr>
            <a:lvl3pPr>
              <a:defRPr sz="1200" b="0">
                <a:solidFill>
                  <a:srgbClr val="172033"/>
                </a:solidFill>
              </a:defRPr>
            </a:lvl3pPr>
            <a:lvl4pPr>
              <a:defRPr sz="1200" b="0">
                <a:solidFill>
                  <a:srgbClr val="172033"/>
                </a:solidFill>
              </a:defRPr>
            </a:lvl4pPr>
            <a:lvl5pPr>
              <a:defRPr sz="1200" b="0">
                <a:solidFill>
                  <a:srgbClr val="172033"/>
                </a:solidFill>
              </a:defRPr>
            </a:lvl5pPr>
            <a:lvl6pPr>
              <a:defRPr sz="1200" b="0">
                <a:solidFill>
                  <a:srgbClr val="172033"/>
                </a:solidFill>
              </a:defRPr>
            </a:lvl6pPr>
            <a:lvl7pPr>
              <a:defRPr sz="1200" b="0">
                <a:solidFill>
                  <a:srgbClr val="172033"/>
                </a:solidFill>
              </a:defRPr>
            </a:lvl7pPr>
            <a:lvl8pPr>
              <a:defRPr sz="1200" b="0">
                <a:solidFill>
                  <a:srgbClr val="172033"/>
                </a:solidFill>
              </a:defRPr>
            </a:lvl8pPr>
            <a:lvl9pPr>
              <a:defRPr sz="120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Worker receives job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1417E137-54BC-4A51-9F58-AEC54898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381250"/>
            <a:ext cx="1905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B693F39-79BA-4644-B0E6-A9F71752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717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563EB"/>
                </a:solidFill>
              </a:defRPr>
            </a:defPPr>
            <a:lvl1pPr>
              <a:defRPr sz="1800" b="1">
                <a:solidFill>
                  <a:srgbClr val="2563EB"/>
                </a:solidFill>
              </a:defRPr>
            </a:lvl1pPr>
            <a:lvl2pPr>
              <a:defRPr sz="1800" b="1">
                <a:solidFill>
                  <a:srgbClr val="2563EB"/>
                </a:solidFill>
              </a:defRPr>
            </a:lvl2pPr>
            <a:lvl3pPr>
              <a:defRPr sz="1800" b="1">
                <a:solidFill>
                  <a:srgbClr val="2563EB"/>
                </a:solidFill>
              </a:defRPr>
            </a:lvl3pPr>
            <a:lvl4pPr>
              <a:defRPr sz="1800" b="1">
                <a:solidFill>
                  <a:srgbClr val="2563EB"/>
                </a:solidFill>
              </a:defRPr>
            </a:lvl4pPr>
            <a:lvl5pPr>
              <a:defRPr sz="1800" b="1">
                <a:solidFill>
                  <a:srgbClr val="2563EB"/>
                </a:solidFill>
              </a:defRPr>
            </a:lvl5pPr>
            <a:lvl6pPr>
              <a:defRPr sz="1800" b="1">
                <a:solidFill>
                  <a:srgbClr val="2563EB"/>
                </a:solidFill>
              </a:defRPr>
            </a:lvl6pPr>
            <a:lvl7pPr>
              <a:defRPr sz="1800" b="1">
                <a:solidFill>
                  <a:srgbClr val="2563EB"/>
                </a:solidFill>
              </a:defRPr>
            </a:lvl7pPr>
            <a:lvl8pPr>
              <a:defRPr sz="1800" b="1">
                <a:solidFill>
                  <a:srgbClr val="2563EB"/>
                </a:solidFill>
              </a:defRPr>
            </a:lvl8pPr>
            <a:lvl9pPr>
              <a:defRPr sz="180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3</a:t>
            </a:r>
            <a:endParaRPr sz="1800" b="1">
              <a:solidFill>
                <a:srgbClr val="2563EB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7A8F626-1EA5-40E6-BF81-B58EDAB1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00375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  <a:lvl1pPr>
              <a:defRPr sz="1200" b="0">
                <a:solidFill>
                  <a:srgbClr val="172033"/>
                </a:solidFill>
              </a:defRPr>
            </a:lvl1pPr>
            <a:lvl2pPr>
              <a:defRPr sz="1200" b="0">
                <a:solidFill>
                  <a:srgbClr val="172033"/>
                </a:solidFill>
              </a:defRPr>
            </a:lvl2pPr>
            <a:lvl3pPr>
              <a:defRPr sz="1200" b="0">
                <a:solidFill>
                  <a:srgbClr val="172033"/>
                </a:solidFill>
              </a:defRPr>
            </a:lvl3pPr>
            <a:lvl4pPr>
              <a:defRPr sz="1200" b="0">
                <a:solidFill>
                  <a:srgbClr val="172033"/>
                </a:solidFill>
              </a:defRPr>
            </a:lvl4pPr>
            <a:lvl5pPr>
              <a:defRPr sz="1200" b="0">
                <a:solidFill>
                  <a:srgbClr val="172033"/>
                </a:solidFill>
              </a:defRPr>
            </a:lvl5pPr>
            <a:lvl6pPr>
              <a:defRPr sz="1200" b="0">
                <a:solidFill>
                  <a:srgbClr val="172033"/>
                </a:solidFill>
              </a:defRPr>
            </a:lvl6pPr>
            <a:lvl7pPr>
              <a:defRPr sz="1200" b="0">
                <a:solidFill>
                  <a:srgbClr val="172033"/>
                </a:solidFill>
              </a:defRPr>
            </a:lvl7pPr>
            <a:lvl8pPr>
              <a:defRPr sz="1200" b="0">
                <a:solidFill>
                  <a:srgbClr val="172033"/>
                </a:solidFill>
              </a:defRPr>
            </a:lvl8pPr>
            <a:lvl9pPr>
              <a:defRPr sz="120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Repository loads and merges application record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399FB002-B146-4DC8-9310-A93E43A2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1905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CC952575-7C19-462B-94C3-87DC190B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717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563EB"/>
                </a:solidFill>
              </a:defRPr>
            </a:defPPr>
            <a:lvl1pPr>
              <a:defRPr sz="1800" b="1">
                <a:solidFill>
                  <a:srgbClr val="2563EB"/>
                </a:solidFill>
              </a:defRPr>
            </a:lvl1pPr>
            <a:lvl2pPr>
              <a:defRPr sz="1800" b="1">
                <a:solidFill>
                  <a:srgbClr val="2563EB"/>
                </a:solidFill>
              </a:defRPr>
            </a:lvl2pPr>
            <a:lvl3pPr>
              <a:defRPr sz="1800" b="1">
                <a:solidFill>
                  <a:srgbClr val="2563EB"/>
                </a:solidFill>
              </a:defRPr>
            </a:lvl3pPr>
            <a:lvl4pPr>
              <a:defRPr sz="1800" b="1">
                <a:solidFill>
                  <a:srgbClr val="2563EB"/>
                </a:solidFill>
              </a:defRPr>
            </a:lvl4pPr>
            <a:lvl5pPr>
              <a:defRPr sz="1800" b="1">
                <a:solidFill>
                  <a:srgbClr val="2563EB"/>
                </a:solidFill>
              </a:defRPr>
            </a:lvl5pPr>
            <a:lvl6pPr>
              <a:defRPr sz="1800" b="1">
                <a:solidFill>
                  <a:srgbClr val="2563EB"/>
                </a:solidFill>
              </a:defRPr>
            </a:lvl6pPr>
            <a:lvl7pPr>
              <a:defRPr sz="1800" b="1">
                <a:solidFill>
                  <a:srgbClr val="2563EB"/>
                </a:solidFill>
              </a:defRPr>
            </a:lvl7pPr>
            <a:lvl8pPr>
              <a:defRPr sz="1800" b="1">
                <a:solidFill>
                  <a:srgbClr val="2563EB"/>
                </a:solidFill>
              </a:defRPr>
            </a:lvl8pPr>
            <a:lvl9pPr>
              <a:defRPr sz="180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4</a:t>
            </a:r>
            <a:endParaRPr sz="1800" b="1">
              <a:solidFill>
                <a:srgbClr val="2563EB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F4C2454-842F-47D7-9409-1C318B1E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00375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  <a:lvl1pPr>
              <a:defRPr sz="1200" b="0">
                <a:solidFill>
                  <a:srgbClr val="172033"/>
                </a:solidFill>
              </a:defRPr>
            </a:lvl1pPr>
            <a:lvl2pPr>
              <a:defRPr sz="1200" b="0">
                <a:solidFill>
                  <a:srgbClr val="172033"/>
                </a:solidFill>
              </a:defRPr>
            </a:lvl2pPr>
            <a:lvl3pPr>
              <a:defRPr sz="1200" b="0">
                <a:solidFill>
                  <a:srgbClr val="172033"/>
                </a:solidFill>
              </a:defRPr>
            </a:lvl3pPr>
            <a:lvl4pPr>
              <a:defRPr sz="1200" b="0">
                <a:solidFill>
                  <a:srgbClr val="172033"/>
                </a:solidFill>
              </a:defRPr>
            </a:lvl4pPr>
            <a:lvl5pPr>
              <a:defRPr sz="1200" b="0">
                <a:solidFill>
                  <a:srgbClr val="172033"/>
                </a:solidFill>
              </a:defRPr>
            </a:lvl5pPr>
            <a:lvl6pPr>
              <a:defRPr sz="1200" b="0">
                <a:solidFill>
                  <a:srgbClr val="172033"/>
                </a:solidFill>
              </a:defRPr>
            </a:lvl6pPr>
            <a:lvl7pPr>
              <a:defRPr sz="1200" b="0">
                <a:solidFill>
                  <a:srgbClr val="172033"/>
                </a:solidFill>
              </a:defRPr>
            </a:lvl7pPr>
            <a:lvl8pPr>
              <a:defRPr sz="1200" b="0">
                <a:solidFill>
                  <a:srgbClr val="172033"/>
                </a:solidFill>
              </a:defRPr>
            </a:lvl8pPr>
            <a:lvl9pPr>
              <a:defRPr sz="120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Repository saves updated state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4C767850-C0FF-49D8-A79E-F778BA55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81250"/>
            <a:ext cx="1905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649C35D-F997-4668-A929-64D7903F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71750"/>
            <a:ext cx="33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2563EB"/>
                </a:solidFill>
              </a:defRPr>
            </a:defPPr>
            <a:lvl1pPr>
              <a:defRPr sz="1800" b="1">
                <a:solidFill>
                  <a:srgbClr val="2563EB"/>
                </a:solidFill>
              </a:defRPr>
            </a:lvl1pPr>
            <a:lvl2pPr>
              <a:defRPr sz="1800" b="1">
                <a:solidFill>
                  <a:srgbClr val="2563EB"/>
                </a:solidFill>
              </a:defRPr>
            </a:lvl2pPr>
            <a:lvl3pPr>
              <a:defRPr sz="1800" b="1">
                <a:solidFill>
                  <a:srgbClr val="2563EB"/>
                </a:solidFill>
              </a:defRPr>
            </a:lvl3pPr>
            <a:lvl4pPr>
              <a:defRPr sz="1800" b="1">
                <a:solidFill>
                  <a:srgbClr val="2563EB"/>
                </a:solidFill>
              </a:defRPr>
            </a:lvl4pPr>
            <a:lvl5pPr>
              <a:defRPr sz="1800" b="1">
                <a:solidFill>
                  <a:srgbClr val="2563EB"/>
                </a:solidFill>
              </a:defRPr>
            </a:lvl5pPr>
            <a:lvl6pPr>
              <a:defRPr sz="1800" b="1">
                <a:solidFill>
                  <a:srgbClr val="2563EB"/>
                </a:solidFill>
              </a:defRPr>
            </a:lvl6pPr>
            <a:lvl7pPr>
              <a:defRPr sz="1800" b="1">
                <a:solidFill>
                  <a:srgbClr val="2563EB"/>
                </a:solidFill>
              </a:defRPr>
            </a:lvl7pPr>
            <a:lvl8pPr>
              <a:defRPr sz="1800" b="1">
                <a:solidFill>
                  <a:srgbClr val="2563EB"/>
                </a:solidFill>
              </a:defRPr>
            </a:lvl8pPr>
            <a:lvl9pPr>
              <a:defRPr sz="1800" b="1">
                <a:solidFill>
                  <a:srgbClr val="2563EB"/>
                </a:solidFill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5</a:t>
            </a:r>
            <a:endParaRPr sz="1800" b="1">
              <a:solidFill>
                <a:srgbClr val="2563EB"/>
              </a:solidFill>
            </a:endParaRP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029317A-B112-4DD3-8DB9-88B15D67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000375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  <a:lvl1pPr>
              <a:defRPr sz="1200" b="0">
                <a:solidFill>
                  <a:srgbClr val="172033"/>
                </a:solidFill>
              </a:defRPr>
            </a:lvl1pPr>
            <a:lvl2pPr>
              <a:defRPr sz="1200" b="0">
                <a:solidFill>
                  <a:srgbClr val="172033"/>
                </a:solidFill>
              </a:defRPr>
            </a:lvl2pPr>
            <a:lvl3pPr>
              <a:defRPr sz="1200" b="0">
                <a:solidFill>
                  <a:srgbClr val="172033"/>
                </a:solidFill>
              </a:defRPr>
            </a:lvl3pPr>
            <a:lvl4pPr>
              <a:defRPr sz="1200" b="0">
                <a:solidFill>
                  <a:srgbClr val="172033"/>
                </a:solidFill>
              </a:defRPr>
            </a:lvl4pPr>
            <a:lvl5pPr>
              <a:defRPr sz="1200" b="0">
                <a:solidFill>
                  <a:srgbClr val="172033"/>
                </a:solidFill>
              </a:defRPr>
            </a:lvl5pPr>
            <a:lvl6pPr>
              <a:defRPr sz="1200" b="0">
                <a:solidFill>
                  <a:srgbClr val="172033"/>
                </a:solidFill>
              </a:defRPr>
            </a:lvl6pPr>
            <a:lvl7pPr>
              <a:defRPr sz="1200" b="0">
                <a:solidFill>
                  <a:srgbClr val="172033"/>
                </a:solidFill>
              </a:defRPr>
            </a:lvl7pPr>
            <a:lvl8pPr>
              <a:defRPr sz="1200" b="0">
                <a:solidFill>
                  <a:srgbClr val="172033"/>
                </a:solidFill>
              </a:defRPr>
            </a:lvl8pPr>
            <a:lvl9pPr>
              <a:defRPr sz="120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Process continues with persisted status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EF674B0-43B6-46F1-A211-CE63823F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F766E"/>
                </a:solidFill>
              </a:defRPr>
            </a:defPPr>
            <a:lvl1pPr>
              <a:defRPr sz="1575" b="1">
                <a:solidFill>
                  <a:srgbClr val="0F766E"/>
                </a:solidFill>
              </a:defRPr>
            </a:lvl1pPr>
            <a:lvl2pPr>
              <a:defRPr sz="1575" b="1">
                <a:solidFill>
                  <a:srgbClr val="0F766E"/>
                </a:solidFill>
              </a:defRPr>
            </a:lvl2pPr>
            <a:lvl3pPr>
              <a:defRPr sz="1575" b="1">
                <a:solidFill>
                  <a:srgbClr val="0F766E"/>
                </a:solidFill>
              </a:defRPr>
            </a:lvl3pPr>
            <a:lvl4pPr>
              <a:defRPr sz="1575" b="1">
                <a:solidFill>
                  <a:srgbClr val="0F766E"/>
                </a:solidFill>
              </a:defRPr>
            </a:lvl4pPr>
            <a:lvl5pPr>
              <a:defRPr sz="1575" b="1">
                <a:solidFill>
                  <a:srgbClr val="0F766E"/>
                </a:solidFill>
              </a:defRPr>
            </a:lvl5pPr>
            <a:lvl6pPr>
              <a:defRPr sz="1575" b="1">
                <a:solidFill>
                  <a:srgbClr val="0F766E"/>
                </a:solidFill>
              </a:defRPr>
            </a:lvl6pPr>
            <a:lvl7pPr>
              <a:defRPr sz="1575" b="1">
                <a:solidFill>
                  <a:srgbClr val="0F766E"/>
                </a:solidFill>
              </a:defRPr>
            </a:lvl7pPr>
            <a:lvl8pPr>
              <a:defRPr sz="1575" b="1">
                <a:solidFill>
                  <a:srgbClr val="0F766E"/>
                </a:solidFill>
              </a:defRPr>
            </a:lvl8pPr>
            <a:lvl9pPr>
              <a:defRPr sz="15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0F766E"/>
                </a:solidFill>
              </a:defRPr>
            </a:pPr>
            <a:r>
              <a:rPr sz="1575" b="1">
                <a:solidFill>
                  <a:srgbClr val="0F766E"/>
                </a:solidFill>
              </a:rPr>
              <a:t>ApplicationDataRepository provides embedded H2 persistence for patient, referral, appointment, finance and treatment data.</a:t>
            </a:r>
            <a:endParaRPr sz="1575" b="1">
              <a:solidFill>
                <a:srgbClr val="0F766E"/>
              </a:solidFill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C440BED-2210-4C2C-A857-AE56AA19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276"/>
                </a:solidFill>
              </a:defRPr>
            </a:defPPr>
            <a:lvl1pPr>
              <a:defRPr sz="900" b="0">
                <a:solidFill>
                  <a:srgbClr val="526276"/>
                </a:solidFill>
              </a:defRPr>
            </a:lvl1pPr>
            <a:lvl2pPr>
              <a:defRPr sz="900" b="0">
                <a:solidFill>
                  <a:srgbClr val="526276"/>
                </a:solidFill>
              </a:defRPr>
            </a:lvl2pPr>
            <a:lvl3pPr>
              <a:defRPr sz="900" b="0">
                <a:solidFill>
                  <a:srgbClr val="526276"/>
                </a:solidFill>
              </a:defRPr>
            </a:lvl3pPr>
            <a:lvl4pPr>
              <a:defRPr sz="900" b="0">
                <a:solidFill>
                  <a:srgbClr val="526276"/>
                </a:solidFill>
              </a:defRPr>
            </a:lvl4pPr>
            <a:lvl5pPr>
              <a:defRPr sz="900" b="0">
                <a:solidFill>
                  <a:srgbClr val="526276"/>
                </a:solidFill>
              </a:defRPr>
            </a:lvl5pPr>
            <a:lvl6pPr>
              <a:defRPr sz="900" b="0">
                <a:solidFill>
                  <a:srgbClr val="526276"/>
                </a:solidFill>
              </a:defRPr>
            </a:lvl6pPr>
            <a:lvl7pPr>
              <a:defRPr sz="900" b="0">
                <a:solidFill>
                  <a:srgbClr val="526276"/>
                </a:solidFill>
              </a:defRPr>
            </a:lvl7pPr>
            <a:lvl8pPr>
              <a:defRPr sz="900" b="0">
                <a:solidFill>
                  <a:srgbClr val="526276"/>
                </a:solidFill>
              </a:defRPr>
            </a:lvl8pPr>
            <a:lvl9pPr>
              <a:defRPr sz="900" b="0">
                <a:solidFill>
                  <a:srgbClr val="526276"/>
                </a:solidFill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526276"/>
                </a:solidFill>
              </a:defRPr>
            </a:pPr>
            <a:r>
              <a:rPr sz="900" b="0">
                <a:solidFill>
                  <a:srgbClr val="526276"/>
                </a:solidFill>
              </a:rPr>
              <a:t>Supporting evidence: 04_External_Workers/src/main/java/org/hospital/workers/ApplicationDataRepository.java</a:t>
            </a:r>
            <a:endParaRPr sz="900" b="0">
              <a:solidFill>
                <a:srgbClr val="5262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6764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5FCC29A-FA6A-49F0-9028-D2BA02CE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F766E"/>
                </a:solidFill>
              </a:defRPr>
            </a:defPPr>
            <a:lvl1pPr>
              <a:defRPr sz="1050" b="1">
                <a:solidFill>
                  <a:srgbClr val="0F766E"/>
                </a:solidFill>
              </a:defRPr>
            </a:lvl1pPr>
            <a:lvl2pPr>
              <a:defRPr sz="1050" b="1">
                <a:solidFill>
                  <a:srgbClr val="0F766E"/>
                </a:solidFill>
              </a:defRPr>
            </a:lvl2pPr>
            <a:lvl3pPr>
              <a:defRPr sz="1050" b="1">
                <a:solidFill>
                  <a:srgbClr val="0F766E"/>
                </a:solidFill>
              </a:defRPr>
            </a:lvl3pPr>
            <a:lvl4pPr>
              <a:defRPr sz="1050" b="1">
                <a:solidFill>
                  <a:srgbClr val="0F766E"/>
                </a:solidFill>
              </a:defRPr>
            </a:lvl4pPr>
            <a:lvl5pPr>
              <a:defRPr sz="1050" b="1">
                <a:solidFill>
                  <a:srgbClr val="0F766E"/>
                </a:solidFill>
              </a:defRPr>
            </a:lvl5pPr>
            <a:lvl6pPr>
              <a:defRPr sz="1050" b="1">
                <a:solidFill>
                  <a:srgbClr val="0F766E"/>
                </a:solidFill>
              </a:defRPr>
            </a:lvl6pPr>
            <a:lvl7pPr>
              <a:defRPr sz="1050" b="1">
                <a:solidFill>
                  <a:srgbClr val="0F766E"/>
                </a:solidFill>
              </a:defRPr>
            </a:lvl7pPr>
            <a:lvl8pPr>
              <a:defRPr sz="1050" b="1">
                <a:solidFill>
                  <a:srgbClr val="0F766E"/>
                </a:solidFill>
              </a:defRPr>
            </a:lvl8pPr>
            <a:lvl9pPr>
              <a:defRPr sz="10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UFCEP6 0 3  Release 2</a:t>
            </a:r>
            <a:endParaRPr sz="1050" b="1">
              <a:solidFill>
                <a:srgbClr val="0F766E"/>
              </a:solidFill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CBF5BA2-BB0A-4264-BA6F-E6C53A92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8324A"/>
                </a:solidFill>
              </a:defRPr>
            </a:defPPr>
            <a:lvl1pPr>
              <a:defRPr sz="2400" b="1">
                <a:solidFill>
                  <a:srgbClr val="18324A"/>
                </a:solidFill>
              </a:defRPr>
            </a:lvl1pPr>
            <a:lvl2pPr>
              <a:defRPr sz="2400" b="1">
                <a:solidFill>
                  <a:srgbClr val="18324A"/>
                </a:solidFill>
              </a:defRPr>
            </a:lvl2pPr>
            <a:lvl3pPr>
              <a:defRPr sz="2400" b="1">
                <a:solidFill>
                  <a:srgbClr val="18324A"/>
                </a:solidFill>
              </a:defRPr>
            </a:lvl3pPr>
            <a:lvl4pPr>
              <a:defRPr sz="2400" b="1">
                <a:solidFill>
                  <a:srgbClr val="18324A"/>
                </a:solidFill>
              </a:defRPr>
            </a:lvl4pPr>
            <a:lvl5pPr>
              <a:defRPr sz="2400" b="1">
                <a:solidFill>
                  <a:srgbClr val="18324A"/>
                </a:solidFill>
              </a:defRPr>
            </a:lvl5pPr>
            <a:lvl6pPr>
              <a:defRPr sz="2400" b="1">
                <a:solidFill>
                  <a:srgbClr val="18324A"/>
                </a:solidFill>
              </a:defRPr>
            </a:lvl6pPr>
            <a:lvl7pPr>
              <a:defRPr sz="2400" b="1">
                <a:solidFill>
                  <a:srgbClr val="18324A"/>
                </a:solidFill>
              </a:defRPr>
            </a:lvl7pPr>
            <a:lvl8pPr>
              <a:defRPr sz="2400" b="1">
                <a:solidFill>
                  <a:srgbClr val="18324A"/>
                </a:solidFill>
              </a:defRPr>
            </a:lvl8pPr>
            <a:lvl9pPr>
              <a:defRPr sz="2400" b="1">
                <a:solidFill>
                  <a:srgbClr val="18324A"/>
                </a:solidFill>
              </a:defRPr>
            </a:lvl9pPr>
          </a:lstStyle>
          <a:p xmlns:a="http://schemas.openxmlformats.org/drawingml/2006/main">
            <a:pPr>
              <a:buNone/>
              <a:defRPr sz="2400" b="1">
                <a:solidFill>
                  <a:srgbClr val="18324A"/>
                </a:solidFill>
              </a:defRPr>
            </a:pPr>
            <a:r>
              <a:rPr sz="2400" b="1">
                <a:solidFill>
                  <a:srgbClr val="18324A"/>
                </a:solidFill>
              </a:rPr>
              <a:t>Project plan evaluation</a:t>
            </a:r>
            <a:endParaRPr sz="2400" b="1">
              <a:solidFill>
                <a:srgbClr val="18324A"/>
              </a:solidFill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A2DAA24-02F3-41EB-8DAD-3DC9952A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526276"/>
                </a:solidFill>
              </a:defRPr>
            </a:defPPr>
            <a:lvl1pPr>
              <a:defRPr sz="1050" b="1">
                <a:solidFill>
                  <a:srgbClr val="526276"/>
                </a:solidFill>
              </a:defRPr>
            </a:lvl1pPr>
            <a:lvl2pPr>
              <a:defRPr sz="1050" b="1">
                <a:solidFill>
                  <a:srgbClr val="526276"/>
                </a:solidFill>
              </a:defRPr>
            </a:lvl2pPr>
            <a:lvl3pPr>
              <a:defRPr sz="1050" b="1">
                <a:solidFill>
                  <a:srgbClr val="526276"/>
                </a:solidFill>
              </a:defRPr>
            </a:lvl3pPr>
            <a:lvl4pPr>
              <a:defRPr sz="1050" b="1">
                <a:solidFill>
                  <a:srgbClr val="526276"/>
                </a:solidFill>
              </a:defRPr>
            </a:lvl4pPr>
            <a:lvl5pPr>
              <a:defRPr sz="1050" b="1">
                <a:solidFill>
                  <a:srgbClr val="526276"/>
                </a:solidFill>
              </a:defRPr>
            </a:lvl5pPr>
            <a:lvl6pPr>
              <a:defRPr sz="1050" b="1">
                <a:solidFill>
                  <a:srgbClr val="526276"/>
                </a:solidFill>
              </a:defRPr>
            </a:lvl6pPr>
            <a:lvl7pPr>
              <a:defRPr sz="1050" b="1">
                <a:solidFill>
                  <a:srgbClr val="526276"/>
                </a:solidFill>
              </a:defRPr>
            </a:lvl7pPr>
            <a:lvl8pPr>
              <a:defRPr sz="1050" b="1">
                <a:solidFill>
                  <a:srgbClr val="526276"/>
                </a:solidFill>
              </a:defRPr>
            </a:lvl8pPr>
            <a:lvl9pPr>
              <a:defRPr sz="1050" b="1">
                <a:solidFill>
                  <a:srgbClr val="526276"/>
                </a:solidFill>
              </a:defRPr>
            </a:lvl9pPr>
          </a:lstStyle>
          <a:p xmlns:a="http://schemas.openxmlformats.org/drawingml/2006/main">
            <a:pPr>
              <a:buNone/>
              <a:defRPr sz="1050" b="1">
                <a:solidFill>
                  <a:srgbClr val="526276"/>
                </a:solidFill>
              </a:defRPr>
            </a:pPr>
            <a:r>
              <a:rPr sz="1050" b="1">
                <a:solidFill>
                  <a:srgbClr val="526276"/>
                </a:solidFill>
              </a:rPr>
              <a:t>07</a:t>
            </a:r>
            <a:endParaRPr sz="1050" b="1">
              <a:solidFill>
                <a:srgbClr val="526276"/>
              </a:solidFill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59238B7-6273-4780-B134-2236A6D6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7780CB0D-849A-411F-A506-CB61528B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524125" cy="2905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663CB66-9495-4942-926A-6A3F680C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8324A"/>
                </a:solidFill>
              </a:defRPr>
            </a:defPPr>
            <a:lvl1pPr>
              <a:defRPr sz="1425" b="1">
                <a:solidFill>
                  <a:srgbClr val="18324A"/>
                </a:solidFill>
              </a:defRPr>
            </a:lvl1pPr>
            <a:lvl2pPr>
              <a:defRPr sz="1425" b="1">
                <a:solidFill>
                  <a:srgbClr val="18324A"/>
                </a:solidFill>
              </a:defRPr>
            </a:lvl2pPr>
            <a:lvl3pPr>
              <a:defRPr sz="1425" b="1">
                <a:solidFill>
                  <a:srgbClr val="18324A"/>
                </a:solidFill>
              </a:defRPr>
            </a:lvl3pPr>
            <a:lvl4pPr>
              <a:defRPr sz="1425" b="1">
                <a:solidFill>
                  <a:srgbClr val="18324A"/>
                </a:solidFill>
              </a:defRPr>
            </a:lvl4pPr>
            <a:lvl5pPr>
              <a:defRPr sz="1425" b="1">
                <a:solidFill>
                  <a:srgbClr val="18324A"/>
                </a:solidFill>
              </a:defRPr>
            </a:lvl5pPr>
            <a:lvl6pPr>
              <a:defRPr sz="1425" b="1">
                <a:solidFill>
                  <a:srgbClr val="18324A"/>
                </a:solidFill>
              </a:defRPr>
            </a:lvl6pPr>
            <a:lvl7pPr>
              <a:defRPr sz="1425" b="1">
                <a:solidFill>
                  <a:srgbClr val="18324A"/>
                </a:solidFill>
              </a:defRPr>
            </a:lvl7pPr>
            <a:lvl8pPr>
              <a:defRPr sz="1425" b="1">
                <a:solidFill>
                  <a:srgbClr val="18324A"/>
                </a:solidFill>
              </a:defRPr>
            </a:lvl8pPr>
            <a:lvl9pPr>
              <a:defRPr sz="1425" b="1">
                <a:solidFill>
                  <a:srgbClr val="18324A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Initial plan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75AC799-59BF-420B-88F5-5123115A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2095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  <a:lvl1pPr>
              <a:defRPr sz="1200" b="0">
                <a:solidFill>
                  <a:srgbClr val="172033"/>
                </a:solidFill>
              </a:defRPr>
            </a:lvl1pPr>
            <a:lvl2pPr>
              <a:defRPr sz="1200" b="0">
                <a:solidFill>
                  <a:srgbClr val="172033"/>
                </a:solidFill>
              </a:defRPr>
            </a:lvl2pPr>
            <a:lvl3pPr>
              <a:defRPr sz="1200" b="0">
                <a:solidFill>
                  <a:srgbClr val="172033"/>
                </a:solidFill>
              </a:defRPr>
            </a:lvl3pPr>
            <a:lvl4pPr>
              <a:defRPr sz="1200" b="0">
                <a:solidFill>
                  <a:srgbClr val="172033"/>
                </a:solidFill>
              </a:defRPr>
            </a:lvl4pPr>
            <a:lvl5pPr>
              <a:defRPr sz="1200" b="0">
                <a:solidFill>
                  <a:srgbClr val="172033"/>
                </a:solidFill>
              </a:defRPr>
            </a:lvl5pPr>
            <a:lvl6pPr>
              <a:defRPr sz="1200" b="0">
                <a:solidFill>
                  <a:srgbClr val="172033"/>
                </a:solidFill>
              </a:defRPr>
            </a:lvl6pPr>
            <a:lvl7pPr>
              <a:defRPr sz="1200" b="0">
                <a:solidFill>
                  <a:srgbClr val="172033"/>
                </a:solidFill>
              </a:defRPr>
            </a:lvl7pPr>
            <a:lvl8pPr>
              <a:defRPr sz="1200" b="0">
                <a:solidFill>
                  <a:srgbClr val="172033"/>
                </a:solidFill>
              </a:defRPr>
            </a:lvl8pPr>
            <a:lvl9pPr>
              <a:defRPr sz="120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Operational process decomposition and base forms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4C8DFD3D-641F-4314-B0DD-07AD0A7A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952625"/>
            <a:ext cx="2524125" cy="2905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F4C6839-2D25-4ED3-A67F-7C7C3B7C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90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8324A"/>
                </a:solidFill>
              </a:defRPr>
            </a:defPPr>
            <a:lvl1pPr>
              <a:defRPr sz="1425" b="1">
                <a:solidFill>
                  <a:srgbClr val="18324A"/>
                </a:solidFill>
              </a:defRPr>
            </a:lvl1pPr>
            <a:lvl2pPr>
              <a:defRPr sz="1425" b="1">
                <a:solidFill>
                  <a:srgbClr val="18324A"/>
                </a:solidFill>
              </a:defRPr>
            </a:lvl2pPr>
            <a:lvl3pPr>
              <a:defRPr sz="1425" b="1">
                <a:solidFill>
                  <a:srgbClr val="18324A"/>
                </a:solidFill>
              </a:defRPr>
            </a:lvl3pPr>
            <a:lvl4pPr>
              <a:defRPr sz="1425" b="1">
                <a:solidFill>
                  <a:srgbClr val="18324A"/>
                </a:solidFill>
              </a:defRPr>
            </a:lvl4pPr>
            <a:lvl5pPr>
              <a:defRPr sz="1425" b="1">
                <a:solidFill>
                  <a:srgbClr val="18324A"/>
                </a:solidFill>
              </a:defRPr>
            </a:lvl5pPr>
            <a:lvl6pPr>
              <a:defRPr sz="1425" b="1">
                <a:solidFill>
                  <a:srgbClr val="18324A"/>
                </a:solidFill>
              </a:defRPr>
            </a:lvl6pPr>
            <a:lvl7pPr>
              <a:defRPr sz="1425" b="1">
                <a:solidFill>
                  <a:srgbClr val="18324A"/>
                </a:solidFill>
              </a:defRPr>
            </a:lvl7pPr>
            <a:lvl8pPr>
              <a:defRPr sz="1425" b="1">
                <a:solidFill>
                  <a:srgbClr val="18324A"/>
                </a:solidFill>
              </a:defRPr>
            </a:lvl8pPr>
            <a:lvl9pPr>
              <a:defRPr sz="1425" b="1">
                <a:solidFill>
                  <a:srgbClr val="18324A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Actual progress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0E5E987-52F1-4386-B7FD-40EF40AD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724150"/>
            <a:ext cx="2095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  <a:lvl1pPr>
              <a:defRPr sz="1200" b="0">
                <a:solidFill>
                  <a:srgbClr val="172033"/>
                </a:solidFill>
              </a:defRPr>
            </a:lvl1pPr>
            <a:lvl2pPr>
              <a:defRPr sz="1200" b="0">
                <a:solidFill>
                  <a:srgbClr val="172033"/>
                </a:solidFill>
              </a:defRPr>
            </a:lvl2pPr>
            <a:lvl3pPr>
              <a:defRPr sz="1200" b="0">
                <a:solidFill>
                  <a:srgbClr val="172033"/>
                </a:solidFill>
              </a:defRPr>
            </a:lvl3pPr>
            <a:lvl4pPr>
              <a:defRPr sz="1200" b="0">
                <a:solidFill>
                  <a:srgbClr val="172033"/>
                </a:solidFill>
              </a:defRPr>
            </a:lvl4pPr>
            <a:lvl5pPr>
              <a:defRPr sz="1200" b="0">
                <a:solidFill>
                  <a:srgbClr val="172033"/>
                </a:solidFill>
              </a:defRPr>
            </a:lvl5pPr>
            <a:lvl6pPr>
              <a:defRPr sz="1200" b="0">
                <a:solidFill>
                  <a:srgbClr val="172033"/>
                </a:solidFill>
              </a:defRPr>
            </a:lvl6pPr>
            <a:lvl7pPr>
              <a:defRPr sz="1200" b="0">
                <a:solidFill>
                  <a:srgbClr val="172033"/>
                </a:solidFill>
              </a:defRPr>
            </a:lvl7pPr>
            <a:lvl8pPr>
              <a:defRPr sz="1200" b="0">
                <a:solidFill>
                  <a:srgbClr val="172033"/>
                </a:solidFill>
              </a:defRPr>
            </a:lvl8pPr>
            <a:lvl9pPr>
              <a:defRPr sz="120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Implemented child processes, integration and executable worker logic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031692B3-635A-49EF-8354-04A766DE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52625"/>
            <a:ext cx="2524125" cy="2905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6DC8FB5-BE2C-4EB3-A803-D60CA893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8324A"/>
                </a:solidFill>
              </a:defRPr>
            </a:defPPr>
            <a:lvl1pPr>
              <a:defRPr sz="1425" b="1">
                <a:solidFill>
                  <a:srgbClr val="18324A"/>
                </a:solidFill>
              </a:defRPr>
            </a:lvl1pPr>
            <a:lvl2pPr>
              <a:defRPr sz="1425" b="1">
                <a:solidFill>
                  <a:srgbClr val="18324A"/>
                </a:solidFill>
              </a:defRPr>
            </a:lvl2pPr>
            <a:lvl3pPr>
              <a:defRPr sz="1425" b="1">
                <a:solidFill>
                  <a:srgbClr val="18324A"/>
                </a:solidFill>
              </a:defRPr>
            </a:lvl3pPr>
            <a:lvl4pPr>
              <a:defRPr sz="1425" b="1">
                <a:solidFill>
                  <a:srgbClr val="18324A"/>
                </a:solidFill>
              </a:defRPr>
            </a:lvl4pPr>
            <a:lvl5pPr>
              <a:defRPr sz="1425" b="1">
                <a:solidFill>
                  <a:srgbClr val="18324A"/>
                </a:solidFill>
              </a:defRPr>
            </a:lvl5pPr>
            <a:lvl6pPr>
              <a:defRPr sz="1425" b="1">
                <a:solidFill>
                  <a:srgbClr val="18324A"/>
                </a:solidFill>
              </a:defRPr>
            </a:lvl6pPr>
            <a:lvl7pPr>
              <a:defRPr sz="1425" b="1">
                <a:solidFill>
                  <a:srgbClr val="18324A"/>
                </a:solidFill>
              </a:defRPr>
            </a:lvl7pPr>
            <a:lvl8pPr>
              <a:defRPr sz="1425" b="1">
                <a:solidFill>
                  <a:srgbClr val="18324A"/>
                </a:solidFill>
              </a:defRPr>
            </a:lvl8pPr>
            <a:lvl9pPr>
              <a:defRPr sz="1425" b="1">
                <a:solidFill>
                  <a:srgbClr val="18324A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Revised plan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5F13C6F-14DF-4129-A890-594E9010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24150"/>
            <a:ext cx="2095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  <a:lvl1pPr>
              <a:defRPr sz="1200" b="0">
                <a:solidFill>
                  <a:srgbClr val="172033"/>
                </a:solidFill>
              </a:defRPr>
            </a:lvl1pPr>
            <a:lvl2pPr>
              <a:defRPr sz="1200" b="0">
                <a:solidFill>
                  <a:srgbClr val="172033"/>
                </a:solidFill>
              </a:defRPr>
            </a:lvl2pPr>
            <a:lvl3pPr>
              <a:defRPr sz="1200" b="0">
                <a:solidFill>
                  <a:srgbClr val="172033"/>
                </a:solidFill>
              </a:defRPr>
            </a:lvl3pPr>
            <a:lvl4pPr>
              <a:defRPr sz="1200" b="0">
                <a:solidFill>
                  <a:srgbClr val="172033"/>
                </a:solidFill>
              </a:defRPr>
            </a:lvl4pPr>
            <a:lvl5pPr>
              <a:defRPr sz="1200" b="0">
                <a:solidFill>
                  <a:srgbClr val="172033"/>
                </a:solidFill>
              </a:defRPr>
            </a:lvl5pPr>
            <a:lvl6pPr>
              <a:defRPr sz="1200" b="0">
                <a:solidFill>
                  <a:srgbClr val="172033"/>
                </a:solidFill>
              </a:defRPr>
            </a:lvl6pPr>
            <a:lvl7pPr>
              <a:defRPr sz="1200" b="0">
                <a:solidFill>
                  <a:srgbClr val="172033"/>
                </a:solidFill>
              </a:defRPr>
            </a:lvl7pPr>
            <a:lvl8pPr>
              <a:defRPr sz="1200" b="0">
                <a:solidFill>
                  <a:srgbClr val="172033"/>
                </a:solidFill>
              </a:defRPr>
            </a:lvl8pPr>
            <a:lvl9pPr>
              <a:defRPr sz="120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Tutor feedback drove validation, gateways, missing form options and persistence work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97C96862-23F6-4809-B555-D2146868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952625"/>
            <a:ext cx="2524125" cy="2905125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BCE2339-4FD9-4A19-BF4B-7F21D0BE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190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8324A"/>
                </a:solidFill>
              </a:defRPr>
            </a:defPPr>
            <a:lvl1pPr>
              <a:defRPr sz="1425" b="1">
                <a:solidFill>
                  <a:srgbClr val="18324A"/>
                </a:solidFill>
              </a:defRPr>
            </a:lvl1pPr>
            <a:lvl2pPr>
              <a:defRPr sz="1425" b="1">
                <a:solidFill>
                  <a:srgbClr val="18324A"/>
                </a:solidFill>
              </a:defRPr>
            </a:lvl2pPr>
            <a:lvl3pPr>
              <a:defRPr sz="1425" b="1">
                <a:solidFill>
                  <a:srgbClr val="18324A"/>
                </a:solidFill>
              </a:defRPr>
            </a:lvl3pPr>
            <a:lvl4pPr>
              <a:defRPr sz="1425" b="1">
                <a:solidFill>
                  <a:srgbClr val="18324A"/>
                </a:solidFill>
              </a:defRPr>
            </a:lvl4pPr>
            <a:lvl5pPr>
              <a:defRPr sz="1425" b="1">
                <a:solidFill>
                  <a:srgbClr val="18324A"/>
                </a:solidFill>
              </a:defRPr>
            </a:lvl5pPr>
            <a:lvl6pPr>
              <a:defRPr sz="1425" b="1">
                <a:solidFill>
                  <a:srgbClr val="18324A"/>
                </a:solidFill>
              </a:defRPr>
            </a:lvl6pPr>
            <a:lvl7pPr>
              <a:defRPr sz="1425" b="1">
                <a:solidFill>
                  <a:srgbClr val="18324A"/>
                </a:solidFill>
              </a:defRPr>
            </a:lvl7pPr>
            <a:lvl8pPr>
              <a:defRPr sz="1425" b="1">
                <a:solidFill>
                  <a:srgbClr val="18324A"/>
                </a:solidFill>
              </a:defRPr>
            </a:lvl8pPr>
            <a:lvl9pPr>
              <a:defRPr sz="1425" b="1">
                <a:solidFill>
                  <a:srgbClr val="18324A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18324A"/>
                </a:solidFill>
              </a:defRPr>
            </a:pPr>
            <a:r>
              <a:rPr sz="1425" b="1">
                <a:solidFill>
                  <a:srgbClr val="18324A"/>
                </a:solidFill>
              </a:rPr>
              <a:t>Remaining evidence</a:t>
            </a:r>
            <a:endParaRPr sz="1425" b="1">
              <a:solidFill>
                <a:srgbClr val="18324A"/>
              </a:solidFill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1DFF20A-1AEA-4508-9EF7-2C781892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24150"/>
            <a:ext cx="2095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72033"/>
                </a:solidFill>
              </a:defRPr>
            </a:defPPr>
            <a:lvl1pPr>
              <a:defRPr sz="1200" b="0">
                <a:solidFill>
                  <a:srgbClr val="172033"/>
                </a:solidFill>
              </a:defRPr>
            </a:lvl1pPr>
            <a:lvl2pPr>
              <a:defRPr sz="1200" b="0">
                <a:solidFill>
                  <a:srgbClr val="172033"/>
                </a:solidFill>
              </a:defRPr>
            </a:lvl2pPr>
            <a:lvl3pPr>
              <a:defRPr sz="1200" b="0">
                <a:solidFill>
                  <a:srgbClr val="172033"/>
                </a:solidFill>
              </a:defRPr>
            </a:lvl3pPr>
            <a:lvl4pPr>
              <a:defRPr sz="1200" b="0">
                <a:solidFill>
                  <a:srgbClr val="172033"/>
                </a:solidFill>
              </a:defRPr>
            </a:lvl4pPr>
            <a:lvl5pPr>
              <a:defRPr sz="1200" b="0">
                <a:solidFill>
                  <a:srgbClr val="172033"/>
                </a:solidFill>
              </a:defRPr>
            </a:lvl5pPr>
            <a:lvl6pPr>
              <a:defRPr sz="1200" b="0">
                <a:solidFill>
                  <a:srgbClr val="172033"/>
                </a:solidFill>
              </a:defRPr>
            </a:lvl6pPr>
            <a:lvl7pPr>
              <a:defRPr sz="1200" b="0">
                <a:solidFill>
                  <a:srgbClr val="172033"/>
                </a:solidFill>
              </a:defRPr>
            </a:lvl7pPr>
            <a:lvl8pPr>
              <a:defRPr sz="1200" b="0">
                <a:solidFill>
                  <a:srgbClr val="172033"/>
                </a:solidFill>
              </a:defRPr>
            </a:lvl8pPr>
            <a:lvl9pPr>
              <a:defRPr sz="1200" b="0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Capture final user interface screenshots for normal, exception and persisted data retrieval paths</a:t>
            </a:r>
            <a:endParaRPr sz="1200" b="0">
              <a:solidFill>
                <a:srgbClr val="172033"/>
              </a:solidFill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49B63BD-3FC7-48C2-AEB7-C7078E49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526276"/>
                </a:solidFill>
              </a:defRPr>
            </a:defPPr>
            <a:lvl1pPr>
              <a:defRPr sz="900" b="0">
                <a:solidFill>
                  <a:srgbClr val="526276"/>
                </a:solidFill>
              </a:defRPr>
            </a:lvl1pPr>
            <a:lvl2pPr>
              <a:defRPr sz="900" b="0">
                <a:solidFill>
                  <a:srgbClr val="526276"/>
                </a:solidFill>
              </a:defRPr>
            </a:lvl2pPr>
            <a:lvl3pPr>
              <a:defRPr sz="900" b="0">
                <a:solidFill>
                  <a:srgbClr val="526276"/>
                </a:solidFill>
              </a:defRPr>
            </a:lvl3pPr>
            <a:lvl4pPr>
              <a:defRPr sz="900" b="0">
                <a:solidFill>
                  <a:srgbClr val="526276"/>
                </a:solidFill>
              </a:defRPr>
            </a:lvl4pPr>
            <a:lvl5pPr>
              <a:defRPr sz="900" b="0">
                <a:solidFill>
                  <a:srgbClr val="526276"/>
                </a:solidFill>
              </a:defRPr>
            </a:lvl5pPr>
            <a:lvl6pPr>
              <a:defRPr sz="900" b="0">
                <a:solidFill>
                  <a:srgbClr val="526276"/>
                </a:solidFill>
              </a:defRPr>
            </a:lvl6pPr>
            <a:lvl7pPr>
              <a:defRPr sz="900" b="0">
                <a:solidFill>
                  <a:srgbClr val="526276"/>
                </a:solidFill>
              </a:defRPr>
            </a:lvl7pPr>
            <a:lvl8pPr>
              <a:defRPr sz="900" b="0">
                <a:solidFill>
                  <a:srgbClr val="526276"/>
                </a:solidFill>
              </a:defRPr>
            </a:lvl8pPr>
            <a:lvl9pPr>
              <a:defRPr sz="900" b="0">
                <a:solidFill>
                  <a:srgbClr val="526276"/>
                </a:solidFill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526276"/>
                </a:solidFill>
              </a:defRPr>
            </a:pPr>
            <a:r>
              <a:rPr sz="900" b="0">
                <a:solidFill>
                  <a:srgbClr val="526276"/>
                </a:solidFill>
              </a:rPr>
              <a:t>Supporting evidence: 05_Evidence_Documents/Plan _Test_Results.docx</a:t>
            </a:r>
            <a:endParaRPr sz="900" b="0">
              <a:solidFill>
                <a:srgbClr val="5262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41636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04FEE5-68A5-4F6C-B04C-B194899C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640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479B8"/>
                </a:solidFill>
              </a:defRPr>
            </a:defPPr>
            <a:lvl1pPr>
              <a:defRPr sz="900" b="1">
                <a:solidFill>
                  <a:srgbClr val="1479B8"/>
                </a:solidFill>
              </a:defRPr>
            </a:lvl1pPr>
            <a:lvl2pPr>
              <a:defRPr sz="900" b="1">
                <a:solidFill>
                  <a:srgbClr val="1479B8"/>
                </a:solidFill>
              </a:defRPr>
            </a:lvl2pPr>
            <a:lvl3pPr>
              <a:defRPr sz="900" b="1">
                <a:solidFill>
                  <a:srgbClr val="1479B8"/>
                </a:solidFill>
              </a:defRPr>
            </a:lvl3pPr>
            <a:lvl4pPr>
              <a:defRPr sz="900" b="1">
                <a:solidFill>
                  <a:srgbClr val="1479B8"/>
                </a:solidFill>
              </a:defRPr>
            </a:lvl4pPr>
            <a:lvl5pPr>
              <a:defRPr sz="900" b="1">
                <a:solidFill>
                  <a:srgbClr val="1479B8"/>
                </a:solidFill>
              </a:defRPr>
            </a:lvl5pPr>
            <a:lvl6pPr>
              <a:defRPr sz="900" b="1">
                <a:solidFill>
                  <a:srgbClr val="1479B8"/>
                </a:solidFill>
              </a:defRPr>
            </a:lvl6pPr>
            <a:lvl7pPr>
              <a:defRPr sz="900" b="1">
                <a:solidFill>
                  <a:srgbClr val="1479B8"/>
                </a:solidFill>
              </a:defRPr>
            </a:lvl7pPr>
            <a:lvl8pPr>
              <a:defRPr sz="900" b="1">
                <a:solidFill>
                  <a:srgbClr val="1479B8"/>
                </a:solidFill>
              </a:defRPr>
            </a:lvl8pPr>
            <a:lvl9pPr>
              <a:defRPr sz="900" b="1">
                <a:solidFill>
                  <a:srgbClr val="1479B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479B8"/>
                </a:solidFill>
              </a:defRPr>
            </a:pPr>
            <a:r>
              <a:rPr sz="900" b="1">
                <a:solidFill>
                  <a:srgbClr val="1479B8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BCD72-8D68-48A2-A75A-5A002663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566928"/>
            <a:ext cx="78638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12B45"/>
                </a:solidFill>
              </a:defRPr>
            </a:defPPr>
            <a:lvl1pPr>
              <a:defRPr sz="1875" b="1">
                <a:solidFill>
                  <a:srgbClr val="112B45"/>
                </a:solidFill>
              </a:defRPr>
            </a:lvl1pPr>
            <a:lvl2pPr>
              <a:defRPr sz="1875" b="1">
                <a:solidFill>
                  <a:srgbClr val="112B45"/>
                </a:solidFill>
              </a:defRPr>
            </a:lvl2pPr>
            <a:lvl3pPr>
              <a:defRPr sz="1875" b="1">
                <a:solidFill>
                  <a:srgbClr val="112B45"/>
                </a:solidFill>
              </a:defRPr>
            </a:lvl3pPr>
            <a:lvl4pPr>
              <a:defRPr sz="1875" b="1">
                <a:solidFill>
                  <a:srgbClr val="112B45"/>
                </a:solidFill>
              </a:defRPr>
            </a:lvl4pPr>
            <a:lvl5pPr>
              <a:defRPr sz="1875" b="1">
                <a:solidFill>
                  <a:srgbClr val="112B45"/>
                </a:solidFill>
              </a:defRPr>
            </a:lvl5pPr>
            <a:lvl6pPr>
              <a:defRPr sz="1875" b="1">
                <a:solidFill>
                  <a:srgbClr val="112B45"/>
                </a:solidFill>
              </a:defRPr>
            </a:lvl6pPr>
            <a:lvl7pPr>
              <a:defRPr sz="1875" b="1">
                <a:solidFill>
                  <a:srgbClr val="112B45"/>
                </a:solidFill>
              </a:defRPr>
            </a:lvl7pPr>
            <a:lvl8pPr>
              <a:defRPr sz="1875" b="1">
                <a:solidFill>
                  <a:srgbClr val="112B45"/>
                </a:solidFill>
              </a:defRPr>
            </a:lvl8pPr>
            <a:lvl9pPr>
              <a:defRPr sz="1875" b="1">
                <a:solidFill>
                  <a:srgbClr val="112B4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12B45"/>
                </a:solidFill>
              </a:defRPr>
            </a:pPr>
            <a:r>
              <a:rPr sz="1875" b="1">
                <a:solidFill>
                  <a:srgbClr val="112B45"/>
                </a:solidFill>
              </a:rPr>
              <a:t>External API integration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1B44B-731B-4B34-BD39-596F4C29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024128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88" b="0">
                <a:solidFill>
                  <a:srgbClr val="536576"/>
                </a:solidFill>
              </a:defRPr>
            </a:defPPr>
            <a:lvl1pPr>
              <a:defRPr sz="788" b="0">
                <a:solidFill>
                  <a:srgbClr val="536576"/>
                </a:solidFill>
              </a:defRPr>
            </a:lvl1pPr>
            <a:lvl2pPr>
              <a:defRPr sz="788" b="0">
                <a:solidFill>
                  <a:srgbClr val="536576"/>
                </a:solidFill>
              </a:defRPr>
            </a:lvl2pPr>
            <a:lvl3pPr>
              <a:defRPr sz="788" b="0">
                <a:solidFill>
                  <a:srgbClr val="536576"/>
                </a:solidFill>
              </a:defRPr>
            </a:lvl3pPr>
            <a:lvl4pPr>
              <a:defRPr sz="788" b="0">
                <a:solidFill>
                  <a:srgbClr val="536576"/>
                </a:solidFill>
              </a:defRPr>
            </a:lvl4pPr>
            <a:lvl5pPr>
              <a:defRPr sz="788" b="0">
                <a:solidFill>
                  <a:srgbClr val="536576"/>
                </a:solidFill>
              </a:defRPr>
            </a:lvl5pPr>
            <a:lvl6pPr>
              <a:defRPr sz="788" b="0">
                <a:solidFill>
                  <a:srgbClr val="536576"/>
                </a:solidFill>
              </a:defRPr>
            </a:lvl6pPr>
            <a:lvl7pPr>
              <a:defRPr sz="788" b="0">
                <a:solidFill>
                  <a:srgbClr val="536576"/>
                </a:solidFill>
              </a:defRPr>
            </a:lvl7pPr>
            <a:lvl8pPr>
              <a:defRPr sz="788" b="0">
                <a:solidFill>
                  <a:srgbClr val="536576"/>
                </a:solidFill>
              </a:defRPr>
            </a:lvl8pPr>
            <a:lvl9pPr>
              <a:defRPr sz="788" b="0">
                <a:solidFill>
                  <a:srgbClr val="536576"/>
                </a:solidFill>
              </a:defRPr>
            </a:lvl9pPr>
          </a:lstStyle>
          <a:p xmlns:a="http://schemas.openxmlformats.org/drawingml/2006/main">
            <a:pPr>
              <a:defRPr sz="788" b="0">
                <a:solidFill>
                  <a:srgbClr val="536576"/>
                </a:solidFill>
              </a:defRPr>
            </a:pPr>
            <a:r>
              <a:rPr sz="788" b="0">
                <a:solidFill>
                  <a:srgbClr val="536576"/>
                </a:solidFill>
              </a:rPr>
              <a:t>A local Postman Mock provides a predictable patient response for the BPMN REST connector.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004BF-2CB4-4FE6-A523-AE49CABF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417320"/>
            <a:ext cx="11228832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5167C-98D0-4A5F-AE8B-A8B872D0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9184"/>
            <a:ext cx="278892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536576"/>
                </a:solidFill>
              </a:defRPr>
            </a:defPPr>
            <a:lvl1pPr>
              <a:defRPr sz="675" b="0">
                <a:solidFill>
                  <a:srgbClr val="536576"/>
                </a:solidFill>
              </a:defRPr>
            </a:lvl1pPr>
            <a:lvl2pPr>
              <a:defRPr sz="675" b="0">
                <a:solidFill>
                  <a:srgbClr val="536576"/>
                </a:solidFill>
              </a:defRPr>
            </a:lvl2pPr>
            <a:lvl3pPr>
              <a:defRPr sz="675" b="0">
                <a:solidFill>
                  <a:srgbClr val="536576"/>
                </a:solidFill>
              </a:defRPr>
            </a:lvl3pPr>
            <a:lvl4pPr>
              <a:defRPr sz="675" b="0">
                <a:solidFill>
                  <a:srgbClr val="536576"/>
                </a:solidFill>
              </a:defRPr>
            </a:lvl4pPr>
            <a:lvl5pPr>
              <a:defRPr sz="675" b="0">
                <a:solidFill>
                  <a:srgbClr val="536576"/>
                </a:solidFill>
              </a:defRPr>
            </a:lvl5pPr>
            <a:lvl6pPr>
              <a:defRPr sz="675" b="0">
                <a:solidFill>
                  <a:srgbClr val="536576"/>
                </a:solidFill>
              </a:defRPr>
            </a:lvl6pPr>
            <a:lvl7pPr>
              <a:defRPr sz="675" b="0">
                <a:solidFill>
                  <a:srgbClr val="536576"/>
                </a:solidFill>
              </a:defRPr>
            </a:lvl7pPr>
            <a:lvl8pPr>
              <a:defRPr sz="675" b="0">
                <a:solidFill>
                  <a:srgbClr val="536576"/>
                </a:solidFill>
              </a:defRPr>
            </a:lvl8pPr>
            <a:lvl9pPr>
              <a:defRPr sz="675" b="0">
                <a:solidFill>
                  <a:srgbClr val="536576"/>
                </a:solidFill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536576"/>
                </a:solidFill>
              </a:defRPr>
            </a:pPr>
            <a:r>
              <a:rPr sz="675" b="0">
                <a:solidFill>
                  <a:srgbClr val="536576"/>
                </a:solidFill>
              </a:rPr>
              <a:t>UFCEP6 0 3 · Release 2 hospital pathway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A52075-A7A9-4FC4-9FA2-102CE237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91640"/>
            <a:ext cx="49377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479B8"/>
                </a:solidFill>
              </a:defRPr>
            </a:defPPr>
            <a:lvl1pPr>
              <a:defRPr sz="750" b="1">
                <a:solidFill>
                  <a:srgbClr val="1479B8"/>
                </a:solidFill>
              </a:defRPr>
            </a:lvl1pPr>
            <a:lvl2pPr>
              <a:defRPr sz="750" b="1">
                <a:solidFill>
                  <a:srgbClr val="1479B8"/>
                </a:solidFill>
              </a:defRPr>
            </a:lvl2pPr>
            <a:lvl3pPr>
              <a:defRPr sz="750" b="1">
                <a:solidFill>
                  <a:srgbClr val="1479B8"/>
                </a:solidFill>
              </a:defRPr>
            </a:lvl3pPr>
            <a:lvl4pPr>
              <a:defRPr sz="750" b="1">
                <a:solidFill>
                  <a:srgbClr val="1479B8"/>
                </a:solidFill>
              </a:defRPr>
            </a:lvl4pPr>
            <a:lvl5pPr>
              <a:defRPr sz="750" b="1">
                <a:solidFill>
                  <a:srgbClr val="1479B8"/>
                </a:solidFill>
              </a:defRPr>
            </a:lvl5pPr>
            <a:lvl6pPr>
              <a:defRPr sz="750" b="1">
                <a:solidFill>
                  <a:srgbClr val="1479B8"/>
                </a:solidFill>
              </a:defRPr>
            </a:lvl6pPr>
            <a:lvl7pPr>
              <a:defRPr sz="750" b="1">
                <a:solidFill>
                  <a:srgbClr val="1479B8"/>
                </a:solidFill>
              </a:defRPr>
            </a:lvl7pPr>
            <a:lvl8pPr>
              <a:defRPr sz="750" b="1">
                <a:solidFill>
                  <a:srgbClr val="1479B8"/>
                </a:solidFill>
              </a:defRPr>
            </a:lvl8pPr>
            <a:lvl9pPr>
              <a:defRPr sz="750" b="1">
                <a:solidFill>
                  <a:srgbClr val="1479B8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479B8"/>
                </a:solidFill>
              </a:defRPr>
            </a:pPr>
            <a:r>
              <a:rPr sz="750" b="1">
                <a:solidFill>
                  <a:srgbClr val="1479B8"/>
                </a:solidFill>
              </a:rPr>
              <a:t>POSTMAN MOCK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F209D7-DEA0-409D-A2A0-0CFA42E9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691640"/>
            <a:ext cx="493776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1">
                <a:solidFill>
                  <a:srgbClr val="1479B8"/>
                </a:solidFill>
              </a:defRPr>
            </a:defPPr>
            <a:lvl1pPr>
              <a:defRPr sz="750" b="1">
                <a:solidFill>
                  <a:srgbClr val="1479B8"/>
                </a:solidFill>
              </a:defRPr>
            </a:lvl1pPr>
            <a:lvl2pPr>
              <a:defRPr sz="750" b="1">
                <a:solidFill>
                  <a:srgbClr val="1479B8"/>
                </a:solidFill>
              </a:defRPr>
            </a:lvl2pPr>
            <a:lvl3pPr>
              <a:defRPr sz="750" b="1">
                <a:solidFill>
                  <a:srgbClr val="1479B8"/>
                </a:solidFill>
              </a:defRPr>
            </a:lvl3pPr>
            <a:lvl4pPr>
              <a:defRPr sz="750" b="1">
                <a:solidFill>
                  <a:srgbClr val="1479B8"/>
                </a:solidFill>
              </a:defRPr>
            </a:lvl4pPr>
            <a:lvl5pPr>
              <a:defRPr sz="750" b="1">
                <a:solidFill>
                  <a:srgbClr val="1479B8"/>
                </a:solidFill>
              </a:defRPr>
            </a:lvl5pPr>
            <a:lvl6pPr>
              <a:defRPr sz="750" b="1">
                <a:solidFill>
                  <a:srgbClr val="1479B8"/>
                </a:solidFill>
              </a:defRPr>
            </a:lvl6pPr>
            <a:lvl7pPr>
              <a:defRPr sz="750" b="1">
                <a:solidFill>
                  <a:srgbClr val="1479B8"/>
                </a:solidFill>
              </a:defRPr>
            </a:lvl7pPr>
            <a:lvl8pPr>
              <a:defRPr sz="750" b="1">
                <a:solidFill>
                  <a:srgbClr val="1479B8"/>
                </a:solidFill>
              </a:defRPr>
            </a:lvl8pPr>
            <a:lvl9pPr>
              <a:defRPr sz="750" b="1">
                <a:solidFill>
                  <a:srgbClr val="1479B8"/>
                </a:solidFill>
              </a:defRPr>
            </a:lvl9pPr>
          </a:lstStyle>
          <a:p xmlns:a="http://schemas.openxmlformats.org/drawingml/2006/main">
            <a:pPr>
              <a:defRPr sz="750" b="1">
                <a:solidFill>
                  <a:srgbClr val="1479B8"/>
                </a:solidFill>
              </a:defRPr>
            </a:pPr>
            <a:r>
              <a:rPr sz="750" b="1">
                <a:solidFill>
                  <a:srgbClr val="1479B8"/>
                </a:solidFill>
              </a:rPr>
              <a:t>CAMUNDA OPERATE RESULT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22ADD-4B15-4042-99BC-288038C2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56816"/>
            <a:ext cx="5257800" cy="2852928"/>
          </a:xfrm>
          <a:prstGeom xmlns:a="http://schemas.openxmlformats.org/drawingml/2006/main" prst="roundRect">
            <a:avLst>
              <a:gd name="adj" fmla="val 40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6AB02-D8DA-494C-9C0D-E43E6655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3368" y="1956816"/>
            <a:ext cx="5257800" cy="2852928"/>
          </a:xfrm>
          <a:prstGeom xmlns:a="http://schemas.openxmlformats.org/drawingml/2006/main" prst="roundRect">
            <a:avLst>
              <a:gd name="adj" fmla="val 40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E102D2-32CF-4B3D-B6DD-8FE3316755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dc811934e4f10"/>
          <a:stretch xmlns:a="http://schemas.openxmlformats.org/drawingml/2006/main"/>
        </p:blipFill>
        <p:spPr>
          <a:xfrm xmlns:a="http://schemas.openxmlformats.org/drawingml/2006/main">
            <a:off x="1310408" y="2084832"/>
            <a:ext cx="3816561" cy="2395728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19E4BF-E585-4200-B390-DDEC3F24D7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d8307b72c464d"/>
          <a:stretch xmlns:a="http://schemas.openxmlformats.org/drawingml/2006/main"/>
        </p:blipFill>
        <p:spPr>
          <a:xfrm xmlns:a="http://schemas.openxmlformats.org/drawingml/2006/main">
            <a:off x="6963317" y="2084832"/>
            <a:ext cx="4068758" cy="2395728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0BDEE4-11D8-447D-8374-6DD85288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5192"/>
            <a:ext cx="5138928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1">
                <a:solidFill>
                  <a:srgbClr val="17324D"/>
                </a:solidFill>
              </a:defRPr>
            </a:defPPr>
            <a:lvl1pPr>
              <a:defRPr sz="863" b="1">
                <a:solidFill>
                  <a:srgbClr val="17324D"/>
                </a:solidFill>
              </a:defRPr>
            </a:lvl1pPr>
            <a:lvl2pPr>
              <a:defRPr sz="863" b="1">
                <a:solidFill>
                  <a:srgbClr val="17324D"/>
                </a:solidFill>
              </a:defRPr>
            </a:lvl2pPr>
            <a:lvl3pPr>
              <a:defRPr sz="863" b="1">
                <a:solidFill>
                  <a:srgbClr val="17324D"/>
                </a:solidFill>
              </a:defRPr>
            </a:lvl3pPr>
            <a:lvl4pPr>
              <a:defRPr sz="863" b="1">
                <a:solidFill>
                  <a:srgbClr val="17324D"/>
                </a:solidFill>
              </a:defRPr>
            </a:lvl4pPr>
            <a:lvl5pPr>
              <a:defRPr sz="863" b="1">
                <a:solidFill>
                  <a:srgbClr val="17324D"/>
                </a:solidFill>
              </a:defRPr>
            </a:lvl5pPr>
            <a:lvl6pPr>
              <a:defRPr sz="863" b="1">
                <a:solidFill>
                  <a:srgbClr val="17324D"/>
                </a:solidFill>
              </a:defRPr>
            </a:lvl6pPr>
            <a:lvl7pPr>
              <a:defRPr sz="863" b="1">
                <a:solidFill>
                  <a:srgbClr val="17324D"/>
                </a:solidFill>
              </a:defRPr>
            </a:lvl7pPr>
            <a:lvl8pPr>
              <a:defRPr sz="863" b="1">
                <a:solidFill>
                  <a:srgbClr val="17324D"/>
                </a:solidFill>
              </a:defRPr>
            </a:lvl8pPr>
            <a:lvl9pPr>
              <a:defRPr sz="863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863" b="1">
                <a:solidFill>
                  <a:srgbClr val="17324D"/>
                </a:solidFill>
              </a:defRPr>
            </a:pPr>
            <a:r>
              <a:rPr sz="863" b="1">
                <a:solidFill>
                  <a:srgbClr val="17324D"/>
                </a:solidFill>
              </a:rPr>
              <a:t>GET /patients/next returns P1001, John Smith, Cardiology and NEW status.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FDC43-08F3-46AC-ACCA-638E0D3B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965192"/>
            <a:ext cx="5138928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63" b="1">
                <a:solidFill>
                  <a:srgbClr val="17324D"/>
                </a:solidFill>
              </a:defRPr>
            </a:defPPr>
            <a:lvl1pPr>
              <a:defRPr sz="863" b="1">
                <a:solidFill>
                  <a:srgbClr val="17324D"/>
                </a:solidFill>
              </a:defRPr>
            </a:lvl1pPr>
            <a:lvl2pPr>
              <a:defRPr sz="863" b="1">
                <a:solidFill>
                  <a:srgbClr val="17324D"/>
                </a:solidFill>
              </a:defRPr>
            </a:lvl2pPr>
            <a:lvl3pPr>
              <a:defRPr sz="863" b="1">
                <a:solidFill>
                  <a:srgbClr val="17324D"/>
                </a:solidFill>
              </a:defRPr>
            </a:lvl3pPr>
            <a:lvl4pPr>
              <a:defRPr sz="863" b="1">
                <a:solidFill>
                  <a:srgbClr val="17324D"/>
                </a:solidFill>
              </a:defRPr>
            </a:lvl4pPr>
            <a:lvl5pPr>
              <a:defRPr sz="863" b="1">
                <a:solidFill>
                  <a:srgbClr val="17324D"/>
                </a:solidFill>
              </a:defRPr>
            </a:lvl5pPr>
            <a:lvl6pPr>
              <a:defRPr sz="863" b="1">
                <a:solidFill>
                  <a:srgbClr val="17324D"/>
                </a:solidFill>
              </a:defRPr>
            </a:lvl6pPr>
            <a:lvl7pPr>
              <a:defRPr sz="863" b="1">
                <a:solidFill>
                  <a:srgbClr val="17324D"/>
                </a:solidFill>
              </a:defRPr>
            </a:lvl7pPr>
            <a:lvl8pPr>
              <a:defRPr sz="863" b="1">
                <a:solidFill>
                  <a:srgbClr val="17324D"/>
                </a:solidFill>
              </a:defRPr>
            </a:lvl8pPr>
            <a:lvl9pPr>
              <a:defRPr sz="863" b="1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863" b="1">
                <a:solidFill>
                  <a:srgbClr val="17324D"/>
                </a:solidFill>
              </a:defRPr>
            </a:pPr>
            <a:r>
              <a:rPr sz="863" b="1">
                <a:solidFill>
                  <a:srgbClr val="17324D"/>
                </a:solidFill>
              </a:rPr>
              <a:t>The REST connector maps JSON fields into process variables and waits for human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DA541-87F6-4C8B-8042-182CC215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144768"/>
            <a:ext cx="109728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536576"/>
                </a:solidFill>
              </a:defRPr>
            </a:defPPr>
            <a:lvl1pPr>
              <a:defRPr sz="675" b="0">
                <a:solidFill>
                  <a:srgbClr val="536576"/>
                </a:solidFill>
              </a:defRPr>
            </a:lvl1pPr>
            <a:lvl2pPr>
              <a:defRPr sz="675" b="0">
                <a:solidFill>
                  <a:srgbClr val="536576"/>
                </a:solidFill>
              </a:defRPr>
            </a:lvl2pPr>
            <a:lvl3pPr>
              <a:defRPr sz="675" b="0">
                <a:solidFill>
                  <a:srgbClr val="536576"/>
                </a:solidFill>
              </a:defRPr>
            </a:lvl3pPr>
            <a:lvl4pPr>
              <a:defRPr sz="675" b="0">
                <a:solidFill>
                  <a:srgbClr val="536576"/>
                </a:solidFill>
              </a:defRPr>
            </a:lvl4pPr>
            <a:lvl5pPr>
              <a:defRPr sz="675" b="0">
                <a:solidFill>
                  <a:srgbClr val="536576"/>
                </a:solidFill>
              </a:defRPr>
            </a:lvl5pPr>
            <a:lvl6pPr>
              <a:defRPr sz="675" b="0">
                <a:solidFill>
                  <a:srgbClr val="536576"/>
                </a:solidFill>
              </a:defRPr>
            </a:lvl6pPr>
            <a:lvl7pPr>
              <a:defRPr sz="675" b="0">
                <a:solidFill>
                  <a:srgbClr val="536576"/>
                </a:solidFill>
              </a:defRPr>
            </a:lvl7pPr>
            <a:lvl8pPr>
              <a:defRPr sz="675" b="0">
                <a:solidFill>
                  <a:srgbClr val="536576"/>
                </a:solidFill>
              </a:defRPr>
            </a:lvl8pPr>
            <a:lvl9pPr>
              <a:defRPr sz="675" b="0">
                <a:solidFill>
                  <a:srgbClr val="536576"/>
                </a:solidFill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536576"/>
                </a:solidFill>
              </a:defRPr>
            </a:pPr>
            <a:r>
              <a:rPr sz="675" b="0">
                <a:solidFill>
                  <a:srgbClr val="536576"/>
                </a:solidFill>
              </a:rPr>
              <a:t>Evidence: 00_Submission_Supplement/E1_Postman_API_200.png and E2_Operate_API_Review_Waiting.png</a:t>
            </a:r>
          </a:p>
        </p:txBody>
      </p:sp>
    </p:spTree>
    <p:extLst>
      <p:ext uri="{BB962C8B-B14F-4D97-AF65-F5344CB8AC3E}">
        <p14:creationId xmlns:p14="http://schemas.microsoft.com/office/powerpoint/2010/main" val="17426776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9A8FC3-6F72-468E-A5E5-EE796D31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640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479B8"/>
                </a:solidFill>
              </a:defRPr>
            </a:defPPr>
            <a:lvl1pPr>
              <a:defRPr sz="900" b="1">
                <a:solidFill>
                  <a:srgbClr val="1479B8"/>
                </a:solidFill>
              </a:defRPr>
            </a:lvl1pPr>
            <a:lvl2pPr>
              <a:defRPr sz="900" b="1">
                <a:solidFill>
                  <a:srgbClr val="1479B8"/>
                </a:solidFill>
              </a:defRPr>
            </a:lvl2pPr>
            <a:lvl3pPr>
              <a:defRPr sz="900" b="1">
                <a:solidFill>
                  <a:srgbClr val="1479B8"/>
                </a:solidFill>
              </a:defRPr>
            </a:lvl3pPr>
            <a:lvl4pPr>
              <a:defRPr sz="900" b="1">
                <a:solidFill>
                  <a:srgbClr val="1479B8"/>
                </a:solidFill>
              </a:defRPr>
            </a:lvl4pPr>
            <a:lvl5pPr>
              <a:defRPr sz="900" b="1">
                <a:solidFill>
                  <a:srgbClr val="1479B8"/>
                </a:solidFill>
              </a:defRPr>
            </a:lvl5pPr>
            <a:lvl6pPr>
              <a:defRPr sz="900" b="1">
                <a:solidFill>
                  <a:srgbClr val="1479B8"/>
                </a:solidFill>
              </a:defRPr>
            </a:lvl6pPr>
            <a:lvl7pPr>
              <a:defRPr sz="900" b="1">
                <a:solidFill>
                  <a:srgbClr val="1479B8"/>
                </a:solidFill>
              </a:defRPr>
            </a:lvl7pPr>
            <a:lvl8pPr>
              <a:defRPr sz="900" b="1">
                <a:solidFill>
                  <a:srgbClr val="1479B8"/>
                </a:solidFill>
              </a:defRPr>
            </a:lvl8pPr>
            <a:lvl9pPr>
              <a:defRPr sz="900" b="1">
                <a:solidFill>
                  <a:srgbClr val="1479B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479B8"/>
                </a:solidFill>
              </a:defRPr>
            </a:pPr>
            <a:r>
              <a:rPr sz="900" b="1">
                <a:solidFill>
                  <a:srgbClr val="1479B8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5451F7-1CD4-4C6A-8D88-11F3F491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566928"/>
            <a:ext cx="78638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12B45"/>
                </a:solidFill>
              </a:defRPr>
            </a:defPPr>
            <a:lvl1pPr>
              <a:defRPr sz="1875" b="1">
                <a:solidFill>
                  <a:srgbClr val="112B45"/>
                </a:solidFill>
              </a:defRPr>
            </a:lvl1pPr>
            <a:lvl2pPr>
              <a:defRPr sz="1875" b="1">
                <a:solidFill>
                  <a:srgbClr val="112B45"/>
                </a:solidFill>
              </a:defRPr>
            </a:lvl2pPr>
            <a:lvl3pPr>
              <a:defRPr sz="1875" b="1">
                <a:solidFill>
                  <a:srgbClr val="112B45"/>
                </a:solidFill>
              </a:defRPr>
            </a:lvl3pPr>
            <a:lvl4pPr>
              <a:defRPr sz="1875" b="1">
                <a:solidFill>
                  <a:srgbClr val="112B45"/>
                </a:solidFill>
              </a:defRPr>
            </a:lvl4pPr>
            <a:lvl5pPr>
              <a:defRPr sz="1875" b="1">
                <a:solidFill>
                  <a:srgbClr val="112B45"/>
                </a:solidFill>
              </a:defRPr>
            </a:lvl5pPr>
            <a:lvl6pPr>
              <a:defRPr sz="1875" b="1">
                <a:solidFill>
                  <a:srgbClr val="112B45"/>
                </a:solidFill>
              </a:defRPr>
            </a:lvl6pPr>
            <a:lvl7pPr>
              <a:defRPr sz="1875" b="1">
                <a:solidFill>
                  <a:srgbClr val="112B45"/>
                </a:solidFill>
              </a:defRPr>
            </a:lvl7pPr>
            <a:lvl8pPr>
              <a:defRPr sz="1875" b="1">
                <a:solidFill>
                  <a:srgbClr val="112B45"/>
                </a:solidFill>
              </a:defRPr>
            </a:lvl8pPr>
            <a:lvl9pPr>
              <a:defRPr sz="1875" b="1">
                <a:solidFill>
                  <a:srgbClr val="112B4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12B45"/>
                </a:solidFill>
              </a:defRPr>
            </a:pPr>
            <a:r>
              <a:rPr sz="1875" b="1">
                <a:solidFill>
                  <a:srgbClr val="112B45"/>
                </a:solidFill>
              </a:rPr>
              <a:t>Java worker to BPMN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CE14F-2C76-4FF4-AAAB-23833286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024128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88" b="0">
                <a:solidFill>
                  <a:srgbClr val="536576"/>
                </a:solidFill>
              </a:defRPr>
            </a:defPPr>
            <a:lvl1pPr>
              <a:defRPr sz="788" b="0">
                <a:solidFill>
                  <a:srgbClr val="536576"/>
                </a:solidFill>
              </a:defRPr>
            </a:lvl1pPr>
            <a:lvl2pPr>
              <a:defRPr sz="788" b="0">
                <a:solidFill>
                  <a:srgbClr val="536576"/>
                </a:solidFill>
              </a:defRPr>
            </a:lvl2pPr>
            <a:lvl3pPr>
              <a:defRPr sz="788" b="0">
                <a:solidFill>
                  <a:srgbClr val="536576"/>
                </a:solidFill>
              </a:defRPr>
            </a:lvl3pPr>
            <a:lvl4pPr>
              <a:defRPr sz="788" b="0">
                <a:solidFill>
                  <a:srgbClr val="536576"/>
                </a:solidFill>
              </a:defRPr>
            </a:lvl4pPr>
            <a:lvl5pPr>
              <a:defRPr sz="788" b="0">
                <a:solidFill>
                  <a:srgbClr val="536576"/>
                </a:solidFill>
              </a:defRPr>
            </a:lvl5pPr>
            <a:lvl6pPr>
              <a:defRPr sz="788" b="0">
                <a:solidFill>
                  <a:srgbClr val="536576"/>
                </a:solidFill>
              </a:defRPr>
            </a:lvl6pPr>
            <a:lvl7pPr>
              <a:defRPr sz="788" b="0">
                <a:solidFill>
                  <a:srgbClr val="536576"/>
                </a:solidFill>
              </a:defRPr>
            </a:lvl7pPr>
            <a:lvl8pPr>
              <a:defRPr sz="788" b="0">
                <a:solidFill>
                  <a:srgbClr val="536576"/>
                </a:solidFill>
              </a:defRPr>
            </a:lvl8pPr>
            <a:lvl9pPr>
              <a:defRPr sz="788" b="0">
                <a:solidFill>
                  <a:srgbClr val="536576"/>
                </a:solidFill>
              </a:defRPr>
            </a:lvl9pPr>
          </a:lstStyle>
          <a:p xmlns:a="http://schemas.openxmlformats.org/drawingml/2006/main">
            <a:pPr>
              <a:defRPr sz="788" b="0">
                <a:solidFill>
                  <a:srgbClr val="536576"/>
                </a:solidFill>
              </a:defRPr>
            </a:pPr>
            <a:r>
              <a:rPr sz="788" b="0">
                <a:solidFill>
                  <a:srgbClr val="536576"/>
                </a:solidFill>
              </a:rPr>
              <a:t>Each worker consumes a job type configured on a service task and returns variables used by the next BPMN gateway or user task.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BDE6D-6F7F-46B1-9EB1-E1914745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417320"/>
            <a:ext cx="11228832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18BF7-DCC8-4A2D-8DB1-D75F4EDD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9184"/>
            <a:ext cx="278892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536576"/>
                </a:solidFill>
              </a:defRPr>
            </a:defPPr>
            <a:lvl1pPr>
              <a:defRPr sz="675" b="0">
                <a:solidFill>
                  <a:srgbClr val="536576"/>
                </a:solidFill>
              </a:defRPr>
            </a:lvl1pPr>
            <a:lvl2pPr>
              <a:defRPr sz="675" b="0">
                <a:solidFill>
                  <a:srgbClr val="536576"/>
                </a:solidFill>
              </a:defRPr>
            </a:lvl2pPr>
            <a:lvl3pPr>
              <a:defRPr sz="675" b="0">
                <a:solidFill>
                  <a:srgbClr val="536576"/>
                </a:solidFill>
              </a:defRPr>
            </a:lvl3pPr>
            <a:lvl4pPr>
              <a:defRPr sz="675" b="0">
                <a:solidFill>
                  <a:srgbClr val="536576"/>
                </a:solidFill>
              </a:defRPr>
            </a:lvl4pPr>
            <a:lvl5pPr>
              <a:defRPr sz="675" b="0">
                <a:solidFill>
                  <a:srgbClr val="536576"/>
                </a:solidFill>
              </a:defRPr>
            </a:lvl5pPr>
            <a:lvl6pPr>
              <a:defRPr sz="675" b="0">
                <a:solidFill>
                  <a:srgbClr val="536576"/>
                </a:solidFill>
              </a:defRPr>
            </a:lvl6pPr>
            <a:lvl7pPr>
              <a:defRPr sz="675" b="0">
                <a:solidFill>
                  <a:srgbClr val="536576"/>
                </a:solidFill>
              </a:defRPr>
            </a:lvl7pPr>
            <a:lvl8pPr>
              <a:defRPr sz="675" b="0">
                <a:solidFill>
                  <a:srgbClr val="536576"/>
                </a:solidFill>
              </a:defRPr>
            </a:lvl8pPr>
            <a:lvl9pPr>
              <a:defRPr sz="675" b="0">
                <a:solidFill>
                  <a:srgbClr val="536576"/>
                </a:solidFill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536576"/>
                </a:solidFill>
              </a:defRPr>
            </a:pPr>
            <a:r>
              <a:rPr sz="675" b="0">
                <a:solidFill>
                  <a:srgbClr val="536576"/>
                </a:solidFill>
              </a:rPr>
              <a:t>UFCEP6 0 3 · Release 2 hospital pathway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03098-5443-443D-8B8B-35D485FB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19072"/>
            <a:ext cx="10927080" cy="347472"/>
          </a:xfrm>
          <a:prstGeom xmlns:a="http://schemas.openxmlformats.org/drawingml/2006/main" prst="roundRect">
            <a:avLst>
              <a:gd name="adj" fmla="val 32895"/>
            </a:avLst>
          </a:prstGeom>
          <a:solidFill xmlns:a="http://schemas.openxmlformats.org/drawingml/2006/main">
            <a:srgbClr val="112B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F0C57-B769-415C-8102-4EB19F3D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1810512"/>
            <a:ext cx="1088136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73" b="1">
                <a:solidFill>
                  <a:srgbClr val="FFFFFF"/>
                </a:solidFill>
              </a:defRPr>
            </a:defPPr>
            <a:lvl1pPr>
              <a:defRPr sz="773" b="1">
                <a:solidFill>
                  <a:srgbClr val="FFFFFF"/>
                </a:solidFill>
              </a:defRPr>
            </a:lvl1pPr>
            <a:lvl2pPr>
              <a:defRPr sz="773" b="1">
                <a:solidFill>
                  <a:srgbClr val="FFFFFF"/>
                </a:solidFill>
              </a:defRPr>
            </a:lvl2pPr>
            <a:lvl3pPr>
              <a:defRPr sz="773" b="1">
                <a:solidFill>
                  <a:srgbClr val="FFFFFF"/>
                </a:solidFill>
              </a:defRPr>
            </a:lvl3pPr>
            <a:lvl4pPr>
              <a:defRPr sz="773" b="1">
                <a:solidFill>
                  <a:srgbClr val="FFFFFF"/>
                </a:solidFill>
              </a:defRPr>
            </a:lvl4pPr>
            <a:lvl5pPr>
              <a:defRPr sz="773" b="1">
                <a:solidFill>
                  <a:srgbClr val="FFFFFF"/>
                </a:solidFill>
              </a:defRPr>
            </a:lvl5pPr>
            <a:lvl6pPr>
              <a:defRPr sz="773" b="1">
                <a:solidFill>
                  <a:srgbClr val="FFFFFF"/>
                </a:solidFill>
              </a:defRPr>
            </a:lvl6pPr>
            <a:lvl7pPr>
              <a:defRPr sz="773" b="1">
                <a:solidFill>
                  <a:srgbClr val="FFFFFF"/>
                </a:solidFill>
              </a:defRPr>
            </a:lvl7pPr>
            <a:lvl8pPr>
              <a:defRPr sz="773" b="1">
                <a:solidFill>
                  <a:srgbClr val="FFFFFF"/>
                </a:solidFill>
              </a:defRPr>
            </a:lvl8pPr>
            <a:lvl9pPr>
              <a:defRPr sz="773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773" b="1">
                <a:solidFill>
                  <a:srgbClr val="FFFFFF"/>
                </a:solidFill>
              </a:defRPr>
            </a:pPr>
            <a:r>
              <a:rPr sz="773" b="1">
                <a:solidFill>
                  <a:srgbClr val="FFFFFF"/>
                </a:solidFill>
              </a:rPr>
              <a:t>Domain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A2C07-1484-4BEE-8CAE-6EF7DBDB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1810512"/>
            <a:ext cx="2551176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73" b="1">
                <a:solidFill>
                  <a:srgbClr val="FFFFFF"/>
                </a:solidFill>
              </a:defRPr>
            </a:defPPr>
            <a:lvl1pPr>
              <a:defRPr sz="773" b="1">
                <a:solidFill>
                  <a:srgbClr val="FFFFFF"/>
                </a:solidFill>
              </a:defRPr>
            </a:lvl1pPr>
            <a:lvl2pPr>
              <a:defRPr sz="773" b="1">
                <a:solidFill>
                  <a:srgbClr val="FFFFFF"/>
                </a:solidFill>
              </a:defRPr>
            </a:lvl2pPr>
            <a:lvl3pPr>
              <a:defRPr sz="773" b="1">
                <a:solidFill>
                  <a:srgbClr val="FFFFFF"/>
                </a:solidFill>
              </a:defRPr>
            </a:lvl3pPr>
            <a:lvl4pPr>
              <a:defRPr sz="773" b="1">
                <a:solidFill>
                  <a:srgbClr val="FFFFFF"/>
                </a:solidFill>
              </a:defRPr>
            </a:lvl4pPr>
            <a:lvl5pPr>
              <a:defRPr sz="773" b="1">
                <a:solidFill>
                  <a:srgbClr val="FFFFFF"/>
                </a:solidFill>
              </a:defRPr>
            </a:lvl5pPr>
            <a:lvl6pPr>
              <a:defRPr sz="773" b="1">
                <a:solidFill>
                  <a:srgbClr val="FFFFFF"/>
                </a:solidFill>
              </a:defRPr>
            </a:lvl6pPr>
            <a:lvl7pPr>
              <a:defRPr sz="773" b="1">
                <a:solidFill>
                  <a:srgbClr val="FFFFFF"/>
                </a:solidFill>
              </a:defRPr>
            </a:lvl7pPr>
            <a:lvl8pPr>
              <a:defRPr sz="773" b="1">
                <a:solidFill>
                  <a:srgbClr val="FFFFFF"/>
                </a:solidFill>
              </a:defRPr>
            </a:lvl8pPr>
            <a:lvl9pPr>
              <a:defRPr sz="773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773" b="1">
                <a:solidFill>
                  <a:srgbClr val="FFFFFF"/>
                </a:solidFill>
              </a:defRPr>
            </a:pPr>
            <a:r>
              <a:rPr sz="773" b="1">
                <a:solidFill>
                  <a:srgbClr val="FFFFFF"/>
                </a:solidFill>
              </a:rPr>
              <a:t>Worker job 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85598-5660-4A46-A261-D8587C69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1810512"/>
            <a:ext cx="3493008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73" b="1">
                <a:solidFill>
                  <a:srgbClr val="FFFFFF"/>
                </a:solidFill>
              </a:defRPr>
            </a:defPPr>
            <a:lvl1pPr>
              <a:defRPr sz="773" b="1">
                <a:solidFill>
                  <a:srgbClr val="FFFFFF"/>
                </a:solidFill>
              </a:defRPr>
            </a:lvl1pPr>
            <a:lvl2pPr>
              <a:defRPr sz="773" b="1">
                <a:solidFill>
                  <a:srgbClr val="FFFFFF"/>
                </a:solidFill>
              </a:defRPr>
            </a:lvl2pPr>
            <a:lvl3pPr>
              <a:defRPr sz="773" b="1">
                <a:solidFill>
                  <a:srgbClr val="FFFFFF"/>
                </a:solidFill>
              </a:defRPr>
            </a:lvl3pPr>
            <a:lvl4pPr>
              <a:defRPr sz="773" b="1">
                <a:solidFill>
                  <a:srgbClr val="FFFFFF"/>
                </a:solidFill>
              </a:defRPr>
            </a:lvl4pPr>
            <a:lvl5pPr>
              <a:defRPr sz="773" b="1">
                <a:solidFill>
                  <a:srgbClr val="FFFFFF"/>
                </a:solidFill>
              </a:defRPr>
            </a:lvl5pPr>
            <a:lvl6pPr>
              <a:defRPr sz="773" b="1">
                <a:solidFill>
                  <a:srgbClr val="FFFFFF"/>
                </a:solidFill>
              </a:defRPr>
            </a:lvl6pPr>
            <a:lvl7pPr>
              <a:defRPr sz="773" b="1">
                <a:solidFill>
                  <a:srgbClr val="FFFFFF"/>
                </a:solidFill>
              </a:defRPr>
            </a:lvl7pPr>
            <a:lvl8pPr>
              <a:defRPr sz="773" b="1">
                <a:solidFill>
                  <a:srgbClr val="FFFFFF"/>
                </a:solidFill>
              </a:defRPr>
            </a:lvl8pPr>
            <a:lvl9pPr>
              <a:defRPr sz="773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773" b="1">
                <a:solidFill>
                  <a:srgbClr val="FFFFFF"/>
                </a:solidFill>
              </a:defRPr>
            </a:pPr>
            <a:r>
              <a:rPr sz="773" b="1">
                <a:solidFill>
                  <a:srgbClr val="FFFFFF"/>
                </a:solidFill>
              </a:rPr>
              <a:t>BPMN service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B2FD9-E447-40E8-9F8B-D5CDE589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784" y="1810512"/>
            <a:ext cx="2779776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73" b="1">
                <a:solidFill>
                  <a:srgbClr val="FFFFFF"/>
                </a:solidFill>
              </a:defRPr>
            </a:defPPr>
            <a:lvl1pPr>
              <a:defRPr sz="773" b="1">
                <a:solidFill>
                  <a:srgbClr val="FFFFFF"/>
                </a:solidFill>
              </a:defRPr>
            </a:lvl1pPr>
            <a:lvl2pPr>
              <a:defRPr sz="773" b="1">
                <a:solidFill>
                  <a:srgbClr val="FFFFFF"/>
                </a:solidFill>
              </a:defRPr>
            </a:lvl2pPr>
            <a:lvl3pPr>
              <a:defRPr sz="773" b="1">
                <a:solidFill>
                  <a:srgbClr val="FFFFFF"/>
                </a:solidFill>
              </a:defRPr>
            </a:lvl3pPr>
            <a:lvl4pPr>
              <a:defRPr sz="773" b="1">
                <a:solidFill>
                  <a:srgbClr val="FFFFFF"/>
                </a:solidFill>
              </a:defRPr>
            </a:lvl4pPr>
            <a:lvl5pPr>
              <a:defRPr sz="773" b="1">
                <a:solidFill>
                  <a:srgbClr val="FFFFFF"/>
                </a:solidFill>
              </a:defRPr>
            </a:lvl5pPr>
            <a:lvl6pPr>
              <a:defRPr sz="773" b="1">
                <a:solidFill>
                  <a:srgbClr val="FFFFFF"/>
                </a:solidFill>
              </a:defRPr>
            </a:lvl6pPr>
            <a:lvl7pPr>
              <a:defRPr sz="773" b="1">
                <a:solidFill>
                  <a:srgbClr val="FFFFFF"/>
                </a:solidFill>
              </a:defRPr>
            </a:lvl7pPr>
            <a:lvl8pPr>
              <a:defRPr sz="773" b="1">
                <a:solidFill>
                  <a:srgbClr val="FFFFFF"/>
                </a:solidFill>
              </a:defRPr>
            </a:lvl8pPr>
            <a:lvl9pPr>
              <a:defRPr sz="773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773" b="1">
                <a:solidFill>
                  <a:srgbClr val="FFFFFF"/>
                </a:solidFill>
              </a:defRPr>
            </a:pPr>
            <a:r>
              <a:rPr sz="773" b="1">
                <a:solidFill>
                  <a:srgbClr val="FFFFFF"/>
                </a:solidFill>
              </a:rPr>
              <a:t>Output used by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A4E8B-DD38-4654-AA51-AC0FA2FB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39696"/>
            <a:ext cx="10927080" cy="557784"/>
          </a:xfrm>
          <a:prstGeom xmlns:a="http://schemas.openxmlformats.org/drawingml/2006/main" prst="roundRect">
            <a:avLst>
              <a:gd name="adj" fmla="val 204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1A704-A977-4882-8A20-CAB4DC51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235708"/>
            <a:ext cx="1088136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3" b="1">
                <a:solidFill>
                  <a:srgbClr val="112B45"/>
                </a:solidFill>
              </a:defRPr>
            </a:defPPr>
            <a:lvl1pPr>
              <a:defRPr sz="803" b="1">
                <a:solidFill>
                  <a:srgbClr val="112B45"/>
                </a:solidFill>
              </a:defRPr>
            </a:lvl1pPr>
            <a:lvl2pPr>
              <a:defRPr sz="803" b="1">
                <a:solidFill>
                  <a:srgbClr val="112B45"/>
                </a:solidFill>
              </a:defRPr>
            </a:lvl2pPr>
            <a:lvl3pPr>
              <a:defRPr sz="803" b="1">
                <a:solidFill>
                  <a:srgbClr val="112B45"/>
                </a:solidFill>
              </a:defRPr>
            </a:lvl3pPr>
            <a:lvl4pPr>
              <a:defRPr sz="803" b="1">
                <a:solidFill>
                  <a:srgbClr val="112B45"/>
                </a:solidFill>
              </a:defRPr>
            </a:lvl4pPr>
            <a:lvl5pPr>
              <a:defRPr sz="803" b="1">
                <a:solidFill>
                  <a:srgbClr val="112B45"/>
                </a:solidFill>
              </a:defRPr>
            </a:lvl5pPr>
            <a:lvl6pPr>
              <a:defRPr sz="803" b="1">
                <a:solidFill>
                  <a:srgbClr val="112B45"/>
                </a:solidFill>
              </a:defRPr>
            </a:lvl6pPr>
            <a:lvl7pPr>
              <a:defRPr sz="803" b="1">
                <a:solidFill>
                  <a:srgbClr val="112B45"/>
                </a:solidFill>
              </a:defRPr>
            </a:lvl7pPr>
            <a:lvl8pPr>
              <a:defRPr sz="803" b="1">
                <a:solidFill>
                  <a:srgbClr val="112B45"/>
                </a:solidFill>
              </a:defRPr>
            </a:lvl8pPr>
            <a:lvl9pPr>
              <a:defRPr sz="803" b="1">
                <a:solidFill>
                  <a:srgbClr val="112B45"/>
                </a:solidFill>
              </a:defRPr>
            </a:lvl9pPr>
          </a:lstStyle>
          <a:p xmlns:a="http://schemas.openxmlformats.org/drawingml/2006/main">
            <a:pPr>
              <a:defRPr sz="803" b="1">
                <a:solidFill>
                  <a:srgbClr val="112B45"/>
                </a:solidFill>
              </a:defRPr>
            </a:pPr>
            <a:r>
              <a:rPr sz="803" b="1">
                <a:solidFill>
                  <a:srgbClr val="112B45"/>
                </a:solidFill>
              </a:rPr>
              <a:t>Referral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A0C43B-2FF5-4CDB-BC69-C4C2C9B5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235708"/>
            <a:ext cx="2551176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13" b="0">
                <a:solidFill>
                  <a:srgbClr val="17324D"/>
                </a:solidFill>
              </a:defRPr>
            </a:defPPr>
            <a:lvl1pPr>
              <a:defRPr sz="713" b="0">
                <a:solidFill>
                  <a:srgbClr val="17324D"/>
                </a:solidFill>
              </a:defRPr>
            </a:lvl1pPr>
            <a:lvl2pPr>
              <a:defRPr sz="713" b="0">
                <a:solidFill>
                  <a:srgbClr val="17324D"/>
                </a:solidFill>
              </a:defRPr>
            </a:lvl2pPr>
            <a:lvl3pPr>
              <a:defRPr sz="713" b="0">
                <a:solidFill>
                  <a:srgbClr val="17324D"/>
                </a:solidFill>
              </a:defRPr>
            </a:lvl3pPr>
            <a:lvl4pPr>
              <a:defRPr sz="713" b="0">
                <a:solidFill>
                  <a:srgbClr val="17324D"/>
                </a:solidFill>
              </a:defRPr>
            </a:lvl4pPr>
            <a:lvl5pPr>
              <a:defRPr sz="713" b="0">
                <a:solidFill>
                  <a:srgbClr val="17324D"/>
                </a:solidFill>
              </a:defRPr>
            </a:lvl5pPr>
            <a:lvl6pPr>
              <a:defRPr sz="713" b="0">
                <a:solidFill>
                  <a:srgbClr val="17324D"/>
                </a:solidFill>
              </a:defRPr>
            </a:lvl6pPr>
            <a:lvl7pPr>
              <a:defRPr sz="713" b="0">
                <a:solidFill>
                  <a:srgbClr val="17324D"/>
                </a:solidFill>
              </a:defRPr>
            </a:lvl7pPr>
            <a:lvl8pPr>
              <a:defRPr sz="713" b="0">
                <a:solidFill>
                  <a:srgbClr val="17324D"/>
                </a:solidFill>
              </a:defRPr>
            </a:lvl8pPr>
            <a:lvl9pPr>
              <a:defRPr sz="713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713" b="0">
                <a:solidFill>
                  <a:srgbClr val="17324D"/>
                </a:solidFill>
              </a:defRPr>
            </a:pPr>
            <a:r>
              <a:rPr sz="713" b="0">
                <a:solidFill>
                  <a:srgbClr val="17324D"/>
                </a:solidFill>
              </a:rPr>
              <a:t>validate-referral-reference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86155C-1614-42FA-8BDF-12E1BADF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235708"/>
            <a:ext cx="3493008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13" b="0">
                <a:solidFill>
                  <a:srgbClr val="17324D"/>
                </a:solidFill>
              </a:defRPr>
            </a:defPPr>
            <a:lvl1pPr>
              <a:defRPr sz="713" b="0">
                <a:solidFill>
                  <a:srgbClr val="17324D"/>
                </a:solidFill>
              </a:defRPr>
            </a:lvl1pPr>
            <a:lvl2pPr>
              <a:defRPr sz="713" b="0">
                <a:solidFill>
                  <a:srgbClr val="17324D"/>
                </a:solidFill>
              </a:defRPr>
            </a:lvl2pPr>
            <a:lvl3pPr>
              <a:defRPr sz="713" b="0">
                <a:solidFill>
                  <a:srgbClr val="17324D"/>
                </a:solidFill>
              </a:defRPr>
            </a:lvl3pPr>
            <a:lvl4pPr>
              <a:defRPr sz="713" b="0">
                <a:solidFill>
                  <a:srgbClr val="17324D"/>
                </a:solidFill>
              </a:defRPr>
            </a:lvl4pPr>
            <a:lvl5pPr>
              <a:defRPr sz="713" b="0">
                <a:solidFill>
                  <a:srgbClr val="17324D"/>
                </a:solidFill>
              </a:defRPr>
            </a:lvl5pPr>
            <a:lvl6pPr>
              <a:defRPr sz="713" b="0">
                <a:solidFill>
                  <a:srgbClr val="17324D"/>
                </a:solidFill>
              </a:defRPr>
            </a:lvl6pPr>
            <a:lvl7pPr>
              <a:defRPr sz="713" b="0">
                <a:solidFill>
                  <a:srgbClr val="17324D"/>
                </a:solidFill>
              </a:defRPr>
            </a:lvl7pPr>
            <a:lvl8pPr>
              <a:defRPr sz="713" b="0">
                <a:solidFill>
                  <a:srgbClr val="17324D"/>
                </a:solidFill>
              </a:defRPr>
            </a:lvl8pPr>
            <a:lvl9pPr>
              <a:defRPr sz="713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713" b="0">
                <a:solidFill>
                  <a:srgbClr val="17324D"/>
                </a:solidFill>
              </a:defRPr>
            </a:pPr>
            <a:r>
              <a:rPr sz="713" b="0">
                <a:solidFill>
                  <a:srgbClr val="17324D"/>
                </a:solidFill>
              </a:rPr>
              <a:t>Validate Referral Reference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CAD77-4C7C-403C-B175-0EA0BA33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784" y="2235708"/>
            <a:ext cx="2779776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13" b="0">
                <a:solidFill>
                  <a:srgbClr val="17324D"/>
                </a:solidFill>
              </a:defRPr>
            </a:defPPr>
            <a:lvl1pPr>
              <a:defRPr sz="713" b="0">
                <a:solidFill>
                  <a:srgbClr val="17324D"/>
                </a:solidFill>
              </a:defRPr>
            </a:lvl1pPr>
            <a:lvl2pPr>
              <a:defRPr sz="713" b="0">
                <a:solidFill>
                  <a:srgbClr val="17324D"/>
                </a:solidFill>
              </a:defRPr>
            </a:lvl2pPr>
            <a:lvl3pPr>
              <a:defRPr sz="713" b="0">
                <a:solidFill>
                  <a:srgbClr val="17324D"/>
                </a:solidFill>
              </a:defRPr>
            </a:lvl3pPr>
            <a:lvl4pPr>
              <a:defRPr sz="713" b="0">
                <a:solidFill>
                  <a:srgbClr val="17324D"/>
                </a:solidFill>
              </a:defRPr>
            </a:lvl4pPr>
            <a:lvl5pPr>
              <a:defRPr sz="713" b="0">
                <a:solidFill>
                  <a:srgbClr val="17324D"/>
                </a:solidFill>
              </a:defRPr>
            </a:lvl5pPr>
            <a:lvl6pPr>
              <a:defRPr sz="713" b="0">
                <a:solidFill>
                  <a:srgbClr val="17324D"/>
                </a:solidFill>
              </a:defRPr>
            </a:lvl6pPr>
            <a:lvl7pPr>
              <a:defRPr sz="713" b="0">
                <a:solidFill>
                  <a:srgbClr val="17324D"/>
                </a:solidFill>
              </a:defRPr>
            </a:lvl7pPr>
            <a:lvl8pPr>
              <a:defRPr sz="713" b="0">
                <a:solidFill>
                  <a:srgbClr val="17324D"/>
                </a:solidFill>
              </a:defRPr>
            </a:lvl8pPr>
            <a:lvl9pPr>
              <a:defRPr sz="713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713" b="0">
                <a:solidFill>
                  <a:srgbClr val="17324D"/>
                </a:solidFill>
              </a:defRPr>
            </a:pPr>
            <a:r>
              <a:rPr sz="713" b="0">
                <a:solidFill>
                  <a:srgbClr val="17324D"/>
                </a:solidFill>
              </a:rPr>
              <a:t>referralValidationStatus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A46A48-795E-4927-A4A7-C460A34D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79776"/>
            <a:ext cx="10927080" cy="557784"/>
          </a:xfrm>
          <a:prstGeom xmlns:a="http://schemas.openxmlformats.org/drawingml/2006/main" prst="roundRect">
            <a:avLst>
              <a:gd name="adj" fmla="val 20492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1CAFB-F3CD-47E4-8FDD-D89F002A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2875788"/>
            <a:ext cx="1088136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3" b="1">
                <a:solidFill>
                  <a:srgbClr val="112B45"/>
                </a:solidFill>
              </a:defRPr>
            </a:defPPr>
            <a:lvl1pPr>
              <a:defRPr sz="803" b="1">
                <a:solidFill>
                  <a:srgbClr val="112B45"/>
                </a:solidFill>
              </a:defRPr>
            </a:lvl1pPr>
            <a:lvl2pPr>
              <a:defRPr sz="803" b="1">
                <a:solidFill>
                  <a:srgbClr val="112B45"/>
                </a:solidFill>
              </a:defRPr>
            </a:lvl2pPr>
            <a:lvl3pPr>
              <a:defRPr sz="803" b="1">
                <a:solidFill>
                  <a:srgbClr val="112B45"/>
                </a:solidFill>
              </a:defRPr>
            </a:lvl3pPr>
            <a:lvl4pPr>
              <a:defRPr sz="803" b="1">
                <a:solidFill>
                  <a:srgbClr val="112B45"/>
                </a:solidFill>
              </a:defRPr>
            </a:lvl4pPr>
            <a:lvl5pPr>
              <a:defRPr sz="803" b="1">
                <a:solidFill>
                  <a:srgbClr val="112B45"/>
                </a:solidFill>
              </a:defRPr>
            </a:lvl5pPr>
            <a:lvl6pPr>
              <a:defRPr sz="803" b="1">
                <a:solidFill>
                  <a:srgbClr val="112B45"/>
                </a:solidFill>
              </a:defRPr>
            </a:lvl6pPr>
            <a:lvl7pPr>
              <a:defRPr sz="803" b="1">
                <a:solidFill>
                  <a:srgbClr val="112B45"/>
                </a:solidFill>
              </a:defRPr>
            </a:lvl7pPr>
            <a:lvl8pPr>
              <a:defRPr sz="803" b="1">
                <a:solidFill>
                  <a:srgbClr val="112B45"/>
                </a:solidFill>
              </a:defRPr>
            </a:lvl8pPr>
            <a:lvl9pPr>
              <a:defRPr sz="803" b="1">
                <a:solidFill>
                  <a:srgbClr val="112B45"/>
                </a:solidFill>
              </a:defRPr>
            </a:lvl9pPr>
          </a:lstStyle>
          <a:p xmlns:a="http://schemas.openxmlformats.org/drawingml/2006/main">
            <a:pPr>
              <a:defRPr sz="803" b="1">
                <a:solidFill>
                  <a:srgbClr val="112B45"/>
                </a:solidFill>
              </a:defRPr>
            </a:pPr>
            <a:r>
              <a:rPr sz="803" b="1">
                <a:solidFill>
                  <a:srgbClr val="112B45"/>
                </a:solidFill>
              </a:rPr>
              <a:t>Appointment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3B4465-14D6-47B0-8BCC-6EF4642A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875788"/>
            <a:ext cx="2551176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13" b="0">
                <a:solidFill>
                  <a:srgbClr val="17324D"/>
                </a:solidFill>
              </a:defRPr>
            </a:defPPr>
            <a:lvl1pPr>
              <a:defRPr sz="713" b="0">
                <a:solidFill>
                  <a:srgbClr val="17324D"/>
                </a:solidFill>
              </a:defRPr>
            </a:lvl1pPr>
            <a:lvl2pPr>
              <a:defRPr sz="713" b="0">
                <a:solidFill>
                  <a:srgbClr val="17324D"/>
                </a:solidFill>
              </a:defRPr>
            </a:lvl2pPr>
            <a:lvl3pPr>
              <a:defRPr sz="713" b="0">
                <a:solidFill>
                  <a:srgbClr val="17324D"/>
                </a:solidFill>
              </a:defRPr>
            </a:lvl3pPr>
            <a:lvl4pPr>
              <a:defRPr sz="713" b="0">
                <a:solidFill>
                  <a:srgbClr val="17324D"/>
                </a:solidFill>
              </a:defRPr>
            </a:lvl4pPr>
            <a:lvl5pPr>
              <a:defRPr sz="713" b="0">
                <a:solidFill>
                  <a:srgbClr val="17324D"/>
                </a:solidFill>
              </a:defRPr>
            </a:lvl5pPr>
            <a:lvl6pPr>
              <a:defRPr sz="713" b="0">
                <a:solidFill>
                  <a:srgbClr val="17324D"/>
                </a:solidFill>
              </a:defRPr>
            </a:lvl6pPr>
            <a:lvl7pPr>
              <a:defRPr sz="713" b="0">
                <a:solidFill>
                  <a:srgbClr val="17324D"/>
                </a:solidFill>
              </a:defRPr>
            </a:lvl7pPr>
            <a:lvl8pPr>
              <a:defRPr sz="713" b="0">
                <a:solidFill>
                  <a:srgbClr val="17324D"/>
                </a:solidFill>
              </a:defRPr>
            </a:lvl8pPr>
            <a:lvl9pPr>
              <a:defRPr sz="713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713" b="0">
                <a:solidFill>
                  <a:srgbClr val="17324D"/>
                </a:solidFill>
              </a:defRPr>
            </a:pPr>
            <a:r>
              <a:rPr sz="713" b="0">
                <a:solidFill>
                  <a:srgbClr val="17324D"/>
                </a:solidFill>
              </a:rPr>
              <a:t>search-appointment-slot; send-appointment-letter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82B10A-D3F0-47BE-8CF1-1F6A69C0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2875788"/>
            <a:ext cx="3493008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13" b="0">
                <a:solidFill>
                  <a:srgbClr val="17324D"/>
                </a:solidFill>
              </a:defRPr>
            </a:defPPr>
            <a:lvl1pPr>
              <a:defRPr sz="713" b="0">
                <a:solidFill>
                  <a:srgbClr val="17324D"/>
                </a:solidFill>
              </a:defRPr>
            </a:lvl1pPr>
            <a:lvl2pPr>
              <a:defRPr sz="713" b="0">
                <a:solidFill>
                  <a:srgbClr val="17324D"/>
                </a:solidFill>
              </a:defRPr>
            </a:lvl2pPr>
            <a:lvl3pPr>
              <a:defRPr sz="713" b="0">
                <a:solidFill>
                  <a:srgbClr val="17324D"/>
                </a:solidFill>
              </a:defRPr>
            </a:lvl3pPr>
            <a:lvl4pPr>
              <a:defRPr sz="713" b="0">
                <a:solidFill>
                  <a:srgbClr val="17324D"/>
                </a:solidFill>
              </a:defRPr>
            </a:lvl4pPr>
            <a:lvl5pPr>
              <a:defRPr sz="713" b="0">
                <a:solidFill>
                  <a:srgbClr val="17324D"/>
                </a:solidFill>
              </a:defRPr>
            </a:lvl5pPr>
            <a:lvl6pPr>
              <a:defRPr sz="713" b="0">
                <a:solidFill>
                  <a:srgbClr val="17324D"/>
                </a:solidFill>
              </a:defRPr>
            </a:lvl6pPr>
            <a:lvl7pPr>
              <a:defRPr sz="713" b="0">
                <a:solidFill>
                  <a:srgbClr val="17324D"/>
                </a:solidFill>
              </a:defRPr>
            </a:lvl7pPr>
            <a:lvl8pPr>
              <a:defRPr sz="713" b="0">
                <a:solidFill>
                  <a:srgbClr val="17324D"/>
                </a:solidFill>
              </a:defRPr>
            </a:lvl8pPr>
            <a:lvl9pPr>
              <a:defRPr sz="713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713" b="0">
                <a:solidFill>
                  <a:srgbClr val="17324D"/>
                </a:solidFill>
              </a:defRPr>
            </a:pPr>
            <a:r>
              <a:rPr sz="713" b="0">
                <a:solidFill>
                  <a:srgbClr val="17324D"/>
                </a:solidFill>
              </a:rPr>
              <a:t>Search External Scheduling Service; Send Appointment Letter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1BEF7F-11FC-4FDB-89FE-16F051AF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784" y="2875788"/>
            <a:ext cx="2779776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13" b="0">
                <a:solidFill>
                  <a:srgbClr val="17324D"/>
                </a:solidFill>
              </a:defRPr>
            </a:defPPr>
            <a:lvl1pPr>
              <a:defRPr sz="713" b="0">
                <a:solidFill>
                  <a:srgbClr val="17324D"/>
                </a:solidFill>
              </a:defRPr>
            </a:lvl1pPr>
            <a:lvl2pPr>
              <a:defRPr sz="713" b="0">
                <a:solidFill>
                  <a:srgbClr val="17324D"/>
                </a:solidFill>
              </a:defRPr>
            </a:lvl2pPr>
            <a:lvl3pPr>
              <a:defRPr sz="713" b="0">
                <a:solidFill>
                  <a:srgbClr val="17324D"/>
                </a:solidFill>
              </a:defRPr>
            </a:lvl3pPr>
            <a:lvl4pPr>
              <a:defRPr sz="713" b="0">
                <a:solidFill>
                  <a:srgbClr val="17324D"/>
                </a:solidFill>
              </a:defRPr>
            </a:lvl4pPr>
            <a:lvl5pPr>
              <a:defRPr sz="713" b="0">
                <a:solidFill>
                  <a:srgbClr val="17324D"/>
                </a:solidFill>
              </a:defRPr>
            </a:lvl5pPr>
            <a:lvl6pPr>
              <a:defRPr sz="713" b="0">
                <a:solidFill>
                  <a:srgbClr val="17324D"/>
                </a:solidFill>
              </a:defRPr>
            </a:lvl6pPr>
            <a:lvl7pPr>
              <a:defRPr sz="713" b="0">
                <a:solidFill>
                  <a:srgbClr val="17324D"/>
                </a:solidFill>
              </a:defRPr>
            </a:lvl7pPr>
            <a:lvl8pPr>
              <a:defRPr sz="713" b="0">
                <a:solidFill>
                  <a:srgbClr val="17324D"/>
                </a:solidFill>
              </a:defRPr>
            </a:lvl8pPr>
            <a:lvl9pPr>
              <a:defRPr sz="713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713" b="0">
                <a:solidFill>
                  <a:srgbClr val="17324D"/>
                </a:solidFill>
              </a:defRPr>
            </a:pPr>
            <a:r>
              <a:rPr sz="713" b="0">
                <a:solidFill>
                  <a:srgbClr val="17324D"/>
                </a:solidFill>
              </a:rPr>
              <a:t>slotAvailable; letter reference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C252A2-BEFF-4823-BBBE-F098B051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19856"/>
            <a:ext cx="10927080" cy="557784"/>
          </a:xfrm>
          <a:prstGeom xmlns:a="http://schemas.openxmlformats.org/drawingml/2006/main" prst="roundRect">
            <a:avLst>
              <a:gd name="adj" fmla="val 204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79F928-425B-4A19-913F-039A7FFF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515868"/>
            <a:ext cx="1088136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3" b="1">
                <a:solidFill>
                  <a:srgbClr val="112B45"/>
                </a:solidFill>
              </a:defRPr>
            </a:defPPr>
            <a:lvl1pPr>
              <a:defRPr sz="803" b="1">
                <a:solidFill>
                  <a:srgbClr val="112B45"/>
                </a:solidFill>
              </a:defRPr>
            </a:lvl1pPr>
            <a:lvl2pPr>
              <a:defRPr sz="803" b="1">
                <a:solidFill>
                  <a:srgbClr val="112B45"/>
                </a:solidFill>
              </a:defRPr>
            </a:lvl2pPr>
            <a:lvl3pPr>
              <a:defRPr sz="803" b="1">
                <a:solidFill>
                  <a:srgbClr val="112B45"/>
                </a:solidFill>
              </a:defRPr>
            </a:lvl3pPr>
            <a:lvl4pPr>
              <a:defRPr sz="803" b="1">
                <a:solidFill>
                  <a:srgbClr val="112B45"/>
                </a:solidFill>
              </a:defRPr>
            </a:lvl4pPr>
            <a:lvl5pPr>
              <a:defRPr sz="803" b="1">
                <a:solidFill>
                  <a:srgbClr val="112B45"/>
                </a:solidFill>
              </a:defRPr>
            </a:lvl5pPr>
            <a:lvl6pPr>
              <a:defRPr sz="803" b="1">
                <a:solidFill>
                  <a:srgbClr val="112B45"/>
                </a:solidFill>
              </a:defRPr>
            </a:lvl6pPr>
            <a:lvl7pPr>
              <a:defRPr sz="803" b="1">
                <a:solidFill>
                  <a:srgbClr val="112B45"/>
                </a:solidFill>
              </a:defRPr>
            </a:lvl7pPr>
            <a:lvl8pPr>
              <a:defRPr sz="803" b="1">
                <a:solidFill>
                  <a:srgbClr val="112B45"/>
                </a:solidFill>
              </a:defRPr>
            </a:lvl8pPr>
            <a:lvl9pPr>
              <a:defRPr sz="803" b="1">
                <a:solidFill>
                  <a:srgbClr val="112B45"/>
                </a:solidFill>
              </a:defRPr>
            </a:lvl9pPr>
          </a:lstStyle>
          <a:p xmlns:a="http://schemas.openxmlformats.org/drawingml/2006/main">
            <a:pPr>
              <a:defRPr sz="803" b="1">
                <a:solidFill>
                  <a:srgbClr val="112B45"/>
                </a:solidFill>
              </a:defRPr>
            </a:pPr>
            <a:r>
              <a:rPr sz="803" b="1">
                <a:solidFill>
                  <a:srgbClr val="112B45"/>
                </a:solidFill>
              </a:rPr>
              <a:t>Finance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3AD530-A565-4F8E-BE63-B7642CBA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515868"/>
            <a:ext cx="2551176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13" b="0">
                <a:solidFill>
                  <a:srgbClr val="17324D"/>
                </a:solidFill>
              </a:defRPr>
            </a:defPPr>
            <a:lvl1pPr>
              <a:defRPr sz="713" b="0">
                <a:solidFill>
                  <a:srgbClr val="17324D"/>
                </a:solidFill>
              </a:defRPr>
            </a:lvl1pPr>
            <a:lvl2pPr>
              <a:defRPr sz="713" b="0">
                <a:solidFill>
                  <a:srgbClr val="17324D"/>
                </a:solidFill>
              </a:defRPr>
            </a:lvl2pPr>
            <a:lvl3pPr>
              <a:defRPr sz="713" b="0">
                <a:solidFill>
                  <a:srgbClr val="17324D"/>
                </a:solidFill>
              </a:defRPr>
            </a:lvl3pPr>
            <a:lvl4pPr>
              <a:defRPr sz="713" b="0">
                <a:solidFill>
                  <a:srgbClr val="17324D"/>
                </a:solidFill>
              </a:defRPr>
            </a:lvl4pPr>
            <a:lvl5pPr>
              <a:defRPr sz="713" b="0">
                <a:solidFill>
                  <a:srgbClr val="17324D"/>
                </a:solidFill>
              </a:defRPr>
            </a:lvl5pPr>
            <a:lvl6pPr>
              <a:defRPr sz="713" b="0">
                <a:solidFill>
                  <a:srgbClr val="17324D"/>
                </a:solidFill>
              </a:defRPr>
            </a:lvl6pPr>
            <a:lvl7pPr>
              <a:defRPr sz="713" b="0">
                <a:solidFill>
                  <a:srgbClr val="17324D"/>
                </a:solidFill>
              </a:defRPr>
            </a:lvl7pPr>
            <a:lvl8pPr>
              <a:defRPr sz="713" b="0">
                <a:solidFill>
                  <a:srgbClr val="17324D"/>
                </a:solidFill>
              </a:defRPr>
            </a:lvl8pPr>
            <a:lvl9pPr>
              <a:defRPr sz="713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713" b="0">
                <a:solidFill>
                  <a:srgbClr val="17324D"/>
                </a:solidFill>
              </a:defRPr>
            </a:pPr>
            <a:r>
              <a:rPr sz="713" b="0">
                <a:solidFill>
                  <a:srgbClr val="17324D"/>
                </a:solidFill>
              </a:rPr>
              <a:t>process-payment; process-refund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9469A2-434F-400E-9B17-CEFADE08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3515868"/>
            <a:ext cx="3493008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13" b="0">
                <a:solidFill>
                  <a:srgbClr val="17324D"/>
                </a:solidFill>
              </a:defRPr>
            </a:defPPr>
            <a:lvl1pPr>
              <a:defRPr sz="713" b="0">
                <a:solidFill>
                  <a:srgbClr val="17324D"/>
                </a:solidFill>
              </a:defRPr>
            </a:lvl1pPr>
            <a:lvl2pPr>
              <a:defRPr sz="713" b="0">
                <a:solidFill>
                  <a:srgbClr val="17324D"/>
                </a:solidFill>
              </a:defRPr>
            </a:lvl2pPr>
            <a:lvl3pPr>
              <a:defRPr sz="713" b="0">
                <a:solidFill>
                  <a:srgbClr val="17324D"/>
                </a:solidFill>
              </a:defRPr>
            </a:lvl3pPr>
            <a:lvl4pPr>
              <a:defRPr sz="713" b="0">
                <a:solidFill>
                  <a:srgbClr val="17324D"/>
                </a:solidFill>
              </a:defRPr>
            </a:lvl4pPr>
            <a:lvl5pPr>
              <a:defRPr sz="713" b="0">
                <a:solidFill>
                  <a:srgbClr val="17324D"/>
                </a:solidFill>
              </a:defRPr>
            </a:lvl5pPr>
            <a:lvl6pPr>
              <a:defRPr sz="713" b="0">
                <a:solidFill>
                  <a:srgbClr val="17324D"/>
                </a:solidFill>
              </a:defRPr>
            </a:lvl6pPr>
            <a:lvl7pPr>
              <a:defRPr sz="713" b="0">
                <a:solidFill>
                  <a:srgbClr val="17324D"/>
                </a:solidFill>
              </a:defRPr>
            </a:lvl7pPr>
            <a:lvl8pPr>
              <a:defRPr sz="713" b="0">
                <a:solidFill>
                  <a:srgbClr val="17324D"/>
                </a:solidFill>
              </a:defRPr>
            </a:lvl8pPr>
            <a:lvl9pPr>
              <a:defRPr sz="713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713" b="0">
                <a:solidFill>
                  <a:srgbClr val="17324D"/>
                </a:solidFill>
              </a:defRPr>
            </a:pPr>
            <a:r>
              <a:rPr sz="713" b="0">
                <a:solidFill>
                  <a:srgbClr val="17324D"/>
                </a:solidFill>
              </a:rPr>
              <a:t>Send Secure Payment Request; Send Approved Refund Request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AE3AE2-427B-43FC-829E-A357E7AC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784" y="3515868"/>
            <a:ext cx="2779776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13" b="0">
                <a:solidFill>
                  <a:srgbClr val="17324D"/>
                </a:solidFill>
              </a:defRPr>
            </a:defPPr>
            <a:lvl1pPr>
              <a:defRPr sz="713" b="0">
                <a:solidFill>
                  <a:srgbClr val="17324D"/>
                </a:solidFill>
              </a:defRPr>
            </a:lvl1pPr>
            <a:lvl2pPr>
              <a:defRPr sz="713" b="0">
                <a:solidFill>
                  <a:srgbClr val="17324D"/>
                </a:solidFill>
              </a:defRPr>
            </a:lvl2pPr>
            <a:lvl3pPr>
              <a:defRPr sz="713" b="0">
                <a:solidFill>
                  <a:srgbClr val="17324D"/>
                </a:solidFill>
              </a:defRPr>
            </a:lvl3pPr>
            <a:lvl4pPr>
              <a:defRPr sz="713" b="0">
                <a:solidFill>
                  <a:srgbClr val="17324D"/>
                </a:solidFill>
              </a:defRPr>
            </a:lvl4pPr>
            <a:lvl5pPr>
              <a:defRPr sz="713" b="0">
                <a:solidFill>
                  <a:srgbClr val="17324D"/>
                </a:solidFill>
              </a:defRPr>
            </a:lvl5pPr>
            <a:lvl6pPr>
              <a:defRPr sz="713" b="0">
                <a:solidFill>
                  <a:srgbClr val="17324D"/>
                </a:solidFill>
              </a:defRPr>
            </a:lvl6pPr>
            <a:lvl7pPr>
              <a:defRPr sz="713" b="0">
                <a:solidFill>
                  <a:srgbClr val="17324D"/>
                </a:solidFill>
              </a:defRPr>
            </a:lvl7pPr>
            <a:lvl8pPr>
              <a:defRPr sz="713" b="0">
                <a:solidFill>
                  <a:srgbClr val="17324D"/>
                </a:solidFill>
              </a:defRPr>
            </a:lvl8pPr>
            <a:lvl9pPr>
              <a:defRPr sz="713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713" b="0">
                <a:solidFill>
                  <a:srgbClr val="17324D"/>
                </a:solidFill>
              </a:defRPr>
            </a:pPr>
            <a:r>
              <a:rPr sz="713" b="0">
                <a:solidFill>
                  <a:srgbClr val="17324D"/>
                </a:solidFill>
              </a:rPr>
              <a:t>paymentStatus; refundStatus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75E2A5-869B-4E05-B6BF-4EB6FCC0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59936"/>
            <a:ext cx="10927080" cy="557784"/>
          </a:xfrm>
          <a:prstGeom xmlns:a="http://schemas.openxmlformats.org/drawingml/2006/main" prst="roundRect">
            <a:avLst>
              <a:gd name="adj" fmla="val 20492"/>
            </a:avLst>
          </a:prstGeom>
          <a:solidFill xmlns:a="http://schemas.openxmlformats.org/drawingml/2006/main">
            <a:srgbClr val="EAF1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2AD630-56C5-4817-9767-0D641C13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4155948"/>
            <a:ext cx="1088136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3" b="1">
                <a:solidFill>
                  <a:srgbClr val="112B45"/>
                </a:solidFill>
              </a:defRPr>
            </a:defPPr>
            <a:lvl1pPr>
              <a:defRPr sz="803" b="1">
                <a:solidFill>
                  <a:srgbClr val="112B45"/>
                </a:solidFill>
              </a:defRPr>
            </a:lvl1pPr>
            <a:lvl2pPr>
              <a:defRPr sz="803" b="1">
                <a:solidFill>
                  <a:srgbClr val="112B45"/>
                </a:solidFill>
              </a:defRPr>
            </a:lvl2pPr>
            <a:lvl3pPr>
              <a:defRPr sz="803" b="1">
                <a:solidFill>
                  <a:srgbClr val="112B45"/>
                </a:solidFill>
              </a:defRPr>
            </a:lvl3pPr>
            <a:lvl4pPr>
              <a:defRPr sz="803" b="1">
                <a:solidFill>
                  <a:srgbClr val="112B45"/>
                </a:solidFill>
              </a:defRPr>
            </a:lvl4pPr>
            <a:lvl5pPr>
              <a:defRPr sz="803" b="1">
                <a:solidFill>
                  <a:srgbClr val="112B45"/>
                </a:solidFill>
              </a:defRPr>
            </a:lvl5pPr>
            <a:lvl6pPr>
              <a:defRPr sz="803" b="1">
                <a:solidFill>
                  <a:srgbClr val="112B45"/>
                </a:solidFill>
              </a:defRPr>
            </a:lvl6pPr>
            <a:lvl7pPr>
              <a:defRPr sz="803" b="1">
                <a:solidFill>
                  <a:srgbClr val="112B45"/>
                </a:solidFill>
              </a:defRPr>
            </a:lvl7pPr>
            <a:lvl8pPr>
              <a:defRPr sz="803" b="1">
                <a:solidFill>
                  <a:srgbClr val="112B45"/>
                </a:solidFill>
              </a:defRPr>
            </a:lvl8pPr>
            <a:lvl9pPr>
              <a:defRPr sz="803" b="1">
                <a:solidFill>
                  <a:srgbClr val="112B45"/>
                </a:solidFill>
              </a:defRPr>
            </a:lvl9pPr>
          </a:lstStyle>
          <a:p xmlns:a="http://schemas.openxmlformats.org/drawingml/2006/main">
            <a:pPr>
              <a:defRPr sz="803" b="1">
                <a:solidFill>
                  <a:srgbClr val="112B45"/>
                </a:solidFill>
              </a:defRPr>
            </a:pPr>
            <a:r>
              <a:rPr sz="803" b="1">
                <a:solidFill>
                  <a:srgbClr val="112B45"/>
                </a:solidFill>
              </a:rPr>
              <a:t>Treatment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EBBF32-E4D6-4718-8422-11C8DD13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155948"/>
            <a:ext cx="2551176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13" b="0">
                <a:solidFill>
                  <a:srgbClr val="17324D"/>
                </a:solidFill>
              </a:defRPr>
            </a:defPPr>
            <a:lvl1pPr>
              <a:defRPr sz="713" b="0">
                <a:solidFill>
                  <a:srgbClr val="17324D"/>
                </a:solidFill>
              </a:defRPr>
            </a:lvl1pPr>
            <a:lvl2pPr>
              <a:defRPr sz="713" b="0">
                <a:solidFill>
                  <a:srgbClr val="17324D"/>
                </a:solidFill>
              </a:defRPr>
            </a:lvl2pPr>
            <a:lvl3pPr>
              <a:defRPr sz="713" b="0">
                <a:solidFill>
                  <a:srgbClr val="17324D"/>
                </a:solidFill>
              </a:defRPr>
            </a:lvl3pPr>
            <a:lvl4pPr>
              <a:defRPr sz="713" b="0">
                <a:solidFill>
                  <a:srgbClr val="17324D"/>
                </a:solidFill>
              </a:defRPr>
            </a:lvl4pPr>
            <a:lvl5pPr>
              <a:defRPr sz="713" b="0">
                <a:solidFill>
                  <a:srgbClr val="17324D"/>
                </a:solidFill>
              </a:defRPr>
            </a:lvl5pPr>
            <a:lvl6pPr>
              <a:defRPr sz="713" b="0">
                <a:solidFill>
                  <a:srgbClr val="17324D"/>
                </a:solidFill>
              </a:defRPr>
            </a:lvl6pPr>
            <a:lvl7pPr>
              <a:defRPr sz="713" b="0">
                <a:solidFill>
                  <a:srgbClr val="17324D"/>
                </a:solidFill>
              </a:defRPr>
            </a:lvl7pPr>
            <a:lvl8pPr>
              <a:defRPr sz="713" b="0">
                <a:solidFill>
                  <a:srgbClr val="17324D"/>
                </a:solidFill>
              </a:defRPr>
            </a:lvl8pPr>
            <a:lvl9pPr>
              <a:defRPr sz="713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713" b="0">
                <a:solidFill>
                  <a:srgbClr val="17324D"/>
                </a:solidFill>
              </a:defRPr>
            </a:pPr>
            <a:r>
              <a:rPr sz="713" b="0">
                <a:solidFill>
                  <a:srgbClr val="17324D"/>
                </a:solidFill>
              </a:rPr>
              <a:t>check-treatment-resource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CF8C37-A6C8-4E35-9E4E-C19B3A39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155948"/>
            <a:ext cx="3493008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13" b="0">
                <a:solidFill>
                  <a:srgbClr val="17324D"/>
                </a:solidFill>
              </a:defRPr>
            </a:defPPr>
            <a:lvl1pPr>
              <a:defRPr sz="713" b="0">
                <a:solidFill>
                  <a:srgbClr val="17324D"/>
                </a:solidFill>
              </a:defRPr>
            </a:lvl1pPr>
            <a:lvl2pPr>
              <a:defRPr sz="713" b="0">
                <a:solidFill>
                  <a:srgbClr val="17324D"/>
                </a:solidFill>
              </a:defRPr>
            </a:lvl2pPr>
            <a:lvl3pPr>
              <a:defRPr sz="713" b="0">
                <a:solidFill>
                  <a:srgbClr val="17324D"/>
                </a:solidFill>
              </a:defRPr>
            </a:lvl3pPr>
            <a:lvl4pPr>
              <a:defRPr sz="713" b="0">
                <a:solidFill>
                  <a:srgbClr val="17324D"/>
                </a:solidFill>
              </a:defRPr>
            </a:lvl4pPr>
            <a:lvl5pPr>
              <a:defRPr sz="713" b="0">
                <a:solidFill>
                  <a:srgbClr val="17324D"/>
                </a:solidFill>
              </a:defRPr>
            </a:lvl5pPr>
            <a:lvl6pPr>
              <a:defRPr sz="713" b="0">
                <a:solidFill>
                  <a:srgbClr val="17324D"/>
                </a:solidFill>
              </a:defRPr>
            </a:lvl6pPr>
            <a:lvl7pPr>
              <a:defRPr sz="713" b="0">
                <a:solidFill>
                  <a:srgbClr val="17324D"/>
                </a:solidFill>
              </a:defRPr>
            </a:lvl7pPr>
            <a:lvl8pPr>
              <a:defRPr sz="713" b="0">
                <a:solidFill>
                  <a:srgbClr val="17324D"/>
                </a:solidFill>
              </a:defRPr>
            </a:lvl8pPr>
            <a:lvl9pPr>
              <a:defRPr sz="713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713" b="0">
                <a:solidFill>
                  <a:srgbClr val="17324D"/>
                </a:solidFill>
              </a:defRPr>
            </a:pPr>
            <a:r>
              <a:rPr sz="713" b="0">
                <a:solidFill>
                  <a:srgbClr val="17324D"/>
                </a:solidFill>
              </a:rPr>
              <a:t>Check Treatment Lab Imaging Availability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B9B224-2C18-4430-A50B-4A86EA16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784" y="4155948"/>
            <a:ext cx="2779776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13" b="0">
                <a:solidFill>
                  <a:srgbClr val="17324D"/>
                </a:solidFill>
              </a:defRPr>
            </a:defPPr>
            <a:lvl1pPr>
              <a:defRPr sz="713" b="0">
                <a:solidFill>
                  <a:srgbClr val="17324D"/>
                </a:solidFill>
              </a:defRPr>
            </a:lvl1pPr>
            <a:lvl2pPr>
              <a:defRPr sz="713" b="0">
                <a:solidFill>
                  <a:srgbClr val="17324D"/>
                </a:solidFill>
              </a:defRPr>
            </a:lvl2pPr>
            <a:lvl3pPr>
              <a:defRPr sz="713" b="0">
                <a:solidFill>
                  <a:srgbClr val="17324D"/>
                </a:solidFill>
              </a:defRPr>
            </a:lvl3pPr>
            <a:lvl4pPr>
              <a:defRPr sz="713" b="0">
                <a:solidFill>
                  <a:srgbClr val="17324D"/>
                </a:solidFill>
              </a:defRPr>
            </a:lvl4pPr>
            <a:lvl5pPr>
              <a:defRPr sz="713" b="0">
                <a:solidFill>
                  <a:srgbClr val="17324D"/>
                </a:solidFill>
              </a:defRPr>
            </a:lvl5pPr>
            <a:lvl6pPr>
              <a:defRPr sz="713" b="0">
                <a:solidFill>
                  <a:srgbClr val="17324D"/>
                </a:solidFill>
              </a:defRPr>
            </a:lvl6pPr>
            <a:lvl7pPr>
              <a:defRPr sz="713" b="0">
                <a:solidFill>
                  <a:srgbClr val="17324D"/>
                </a:solidFill>
              </a:defRPr>
            </a:lvl7pPr>
            <a:lvl8pPr>
              <a:defRPr sz="713" b="0">
                <a:solidFill>
                  <a:srgbClr val="17324D"/>
                </a:solidFill>
              </a:defRPr>
            </a:lvl8pPr>
            <a:lvl9pPr>
              <a:defRPr sz="713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713" b="0">
                <a:solidFill>
                  <a:srgbClr val="17324D"/>
                </a:solidFill>
              </a:defRPr>
            </a:pPr>
            <a:r>
              <a:rPr sz="713" b="0">
                <a:solidFill>
                  <a:srgbClr val="17324D"/>
                </a:solidFill>
              </a:rPr>
              <a:t>treatmentAvailable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5F9120-81FA-4DB4-B506-23D1099C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00016"/>
            <a:ext cx="10927080" cy="557784"/>
          </a:xfrm>
          <a:prstGeom xmlns:a="http://schemas.openxmlformats.org/drawingml/2006/main" prst="roundRect">
            <a:avLst>
              <a:gd name="adj" fmla="val 204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F97A45-2E99-458C-BE1A-D8EB876E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4796028"/>
            <a:ext cx="1088136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03" b="1">
                <a:solidFill>
                  <a:srgbClr val="112B45"/>
                </a:solidFill>
              </a:defRPr>
            </a:defPPr>
            <a:lvl1pPr>
              <a:defRPr sz="803" b="1">
                <a:solidFill>
                  <a:srgbClr val="112B45"/>
                </a:solidFill>
              </a:defRPr>
            </a:lvl1pPr>
            <a:lvl2pPr>
              <a:defRPr sz="803" b="1">
                <a:solidFill>
                  <a:srgbClr val="112B45"/>
                </a:solidFill>
              </a:defRPr>
            </a:lvl2pPr>
            <a:lvl3pPr>
              <a:defRPr sz="803" b="1">
                <a:solidFill>
                  <a:srgbClr val="112B45"/>
                </a:solidFill>
              </a:defRPr>
            </a:lvl3pPr>
            <a:lvl4pPr>
              <a:defRPr sz="803" b="1">
                <a:solidFill>
                  <a:srgbClr val="112B45"/>
                </a:solidFill>
              </a:defRPr>
            </a:lvl4pPr>
            <a:lvl5pPr>
              <a:defRPr sz="803" b="1">
                <a:solidFill>
                  <a:srgbClr val="112B45"/>
                </a:solidFill>
              </a:defRPr>
            </a:lvl5pPr>
            <a:lvl6pPr>
              <a:defRPr sz="803" b="1">
                <a:solidFill>
                  <a:srgbClr val="112B45"/>
                </a:solidFill>
              </a:defRPr>
            </a:lvl6pPr>
            <a:lvl7pPr>
              <a:defRPr sz="803" b="1">
                <a:solidFill>
                  <a:srgbClr val="112B45"/>
                </a:solidFill>
              </a:defRPr>
            </a:lvl7pPr>
            <a:lvl8pPr>
              <a:defRPr sz="803" b="1">
                <a:solidFill>
                  <a:srgbClr val="112B45"/>
                </a:solidFill>
              </a:defRPr>
            </a:lvl8pPr>
            <a:lvl9pPr>
              <a:defRPr sz="803" b="1">
                <a:solidFill>
                  <a:srgbClr val="112B45"/>
                </a:solidFill>
              </a:defRPr>
            </a:lvl9pPr>
          </a:lstStyle>
          <a:p xmlns:a="http://schemas.openxmlformats.org/drawingml/2006/main">
            <a:pPr>
              <a:defRPr sz="803" b="1">
                <a:solidFill>
                  <a:srgbClr val="112B45"/>
                </a:solidFill>
              </a:defRPr>
            </a:pPr>
            <a:r>
              <a:rPr sz="803" b="1">
                <a:solidFill>
                  <a:srgbClr val="112B45"/>
                </a:solidFill>
              </a:rPr>
              <a:t>Enquiry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6F1536-6FE3-43B7-93E5-299EA790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796028"/>
            <a:ext cx="2551176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13" b="0">
                <a:solidFill>
                  <a:srgbClr val="17324D"/>
                </a:solidFill>
              </a:defRPr>
            </a:defPPr>
            <a:lvl1pPr>
              <a:defRPr sz="713" b="0">
                <a:solidFill>
                  <a:srgbClr val="17324D"/>
                </a:solidFill>
              </a:defRPr>
            </a:lvl1pPr>
            <a:lvl2pPr>
              <a:defRPr sz="713" b="0">
                <a:solidFill>
                  <a:srgbClr val="17324D"/>
                </a:solidFill>
              </a:defRPr>
            </a:lvl2pPr>
            <a:lvl3pPr>
              <a:defRPr sz="713" b="0">
                <a:solidFill>
                  <a:srgbClr val="17324D"/>
                </a:solidFill>
              </a:defRPr>
            </a:lvl3pPr>
            <a:lvl4pPr>
              <a:defRPr sz="713" b="0">
                <a:solidFill>
                  <a:srgbClr val="17324D"/>
                </a:solidFill>
              </a:defRPr>
            </a:lvl4pPr>
            <a:lvl5pPr>
              <a:defRPr sz="713" b="0">
                <a:solidFill>
                  <a:srgbClr val="17324D"/>
                </a:solidFill>
              </a:defRPr>
            </a:lvl5pPr>
            <a:lvl6pPr>
              <a:defRPr sz="713" b="0">
                <a:solidFill>
                  <a:srgbClr val="17324D"/>
                </a:solidFill>
              </a:defRPr>
            </a:lvl6pPr>
            <a:lvl7pPr>
              <a:defRPr sz="713" b="0">
                <a:solidFill>
                  <a:srgbClr val="17324D"/>
                </a:solidFill>
              </a:defRPr>
            </a:lvl7pPr>
            <a:lvl8pPr>
              <a:defRPr sz="713" b="0">
                <a:solidFill>
                  <a:srgbClr val="17324D"/>
                </a:solidFill>
              </a:defRPr>
            </a:lvl8pPr>
            <a:lvl9pPr>
              <a:defRPr sz="713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713" b="0">
                <a:solidFill>
                  <a:srgbClr val="17324D"/>
                </a:solidFill>
              </a:defRPr>
            </a:pPr>
            <a:r>
              <a:rPr sz="713" b="0">
                <a:solidFill>
                  <a:srgbClr val="17324D"/>
                </a:solidFill>
              </a:rPr>
              <a:t>send-clinic-letter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7F7AA7-AEEB-4270-B072-718740F1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3168" y="4796028"/>
            <a:ext cx="3493008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13" b="0">
                <a:solidFill>
                  <a:srgbClr val="17324D"/>
                </a:solidFill>
              </a:defRPr>
            </a:defPPr>
            <a:lvl1pPr>
              <a:defRPr sz="713" b="0">
                <a:solidFill>
                  <a:srgbClr val="17324D"/>
                </a:solidFill>
              </a:defRPr>
            </a:lvl1pPr>
            <a:lvl2pPr>
              <a:defRPr sz="713" b="0">
                <a:solidFill>
                  <a:srgbClr val="17324D"/>
                </a:solidFill>
              </a:defRPr>
            </a:lvl2pPr>
            <a:lvl3pPr>
              <a:defRPr sz="713" b="0">
                <a:solidFill>
                  <a:srgbClr val="17324D"/>
                </a:solidFill>
              </a:defRPr>
            </a:lvl3pPr>
            <a:lvl4pPr>
              <a:defRPr sz="713" b="0">
                <a:solidFill>
                  <a:srgbClr val="17324D"/>
                </a:solidFill>
              </a:defRPr>
            </a:lvl4pPr>
            <a:lvl5pPr>
              <a:defRPr sz="713" b="0">
                <a:solidFill>
                  <a:srgbClr val="17324D"/>
                </a:solidFill>
              </a:defRPr>
            </a:lvl5pPr>
            <a:lvl6pPr>
              <a:defRPr sz="713" b="0">
                <a:solidFill>
                  <a:srgbClr val="17324D"/>
                </a:solidFill>
              </a:defRPr>
            </a:lvl6pPr>
            <a:lvl7pPr>
              <a:defRPr sz="713" b="0">
                <a:solidFill>
                  <a:srgbClr val="17324D"/>
                </a:solidFill>
              </a:defRPr>
            </a:lvl7pPr>
            <a:lvl8pPr>
              <a:defRPr sz="713" b="0">
                <a:solidFill>
                  <a:srgbClr val="17324D"/>
                </a:solidFill>
              </a:defRPr>
            </a:lvl8pPr>
            <a:lvl9pPr>
              <a:defRPr sz="713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713" b="0">
                <a:solidFill>
                  <a:srgbClr val="17324D"/>
                </a:solidFill>
              </a:defRPr>
            </a:pPr>
            <a:r>
              <a:rPr sz="713" b="0">
                <a:solidFill>
                  <a:srgbClr val="17324D"/>
                </a:solidFill>
              </a:rPr>
              <a:t>Distribute Clinic Letter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47F30D-D665-4611-8E7F-816EF97D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784" y="4796028"/>
            <a:ext cx="2779776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13" b="0">
                <a:solidFill>
                  <a:srgbClr val="17324D"/>
                </a:solidFill>
              </a:defRPr>
            </a:defPPr>
            <a:lvl1pPr>
              <a:defRPr sz="713" b="0">
                <a:solidFill>
                  <a:srgbClr val="17324D"/>
                </a:solidFill>
              </a:defRPr>
            </a:lvl1pPr>
            <a:lvl2pPr>
              <a:defRPr sz="713" b="0">
                <a:solidFill>
                  <a:srgbClr val="17324D"/>
                </a:solidFill>
              </a:defRPr>
            </a:lvl2pPr>
            <a:lvl3pPr>
              <a:defRPr sz="713" b="0">
                <a:solidFill>
                  <a:srgbClr val="17324D"/>
                </a:solidFill>
              </a:defRPr>
            </a:lvl3pPr>
            <a:lvl4pPr>
              <a:defRPr sz="713" b="0">
                <a:solidFill>
                  <a:srgbClr val="17324D"/>
                </a:solidFill>
              </a:defRPr>
            </a:lvl4pPr>
            <a:lvl5pPr>
              <a:defRPr sz="713" b="0">
                <a:solidFill>
                  <a:srgbClr val="17324D"/>
                </a:solidFill>
              </a:defRPr>
            </a:lvl5pPr>
            <a:lvl6pPr>
              <a:defRPr sz="713" b="0">
                <a:solidFill>
                  <a:srgbClr val="17324D"/>
                </a:solidFill>
              </a:defRPr>
            </a:lvl6pPr>
            <a:lvl7pPr>
              <a:defRPr sz="713" b="0">
                <a:solidFill>
                  <a:srgbClr val="17324D"/>
                </a:solidFill>
              </a:defRPr>
            </a:lvl7pPr>
            <a:lvl8pPr>
              <a:defRPr sz="713" b="0">
                <a:solidFill>
                  <a:srgbClr val="17324D"/>
                </a:solidFill>
              </a:defRPr>
            </a:lvl8pPr>
            <a:lvl9pPr>
              <a:defRPr sz="713" b="0">
                <a:solidFill>
                  <a:srgbClr val="17324D"/>
                </a:solidFill>
              </a:defRPr>
            </a:lvl9pPr>
          </a:lstStyle>
          <a:p xmlns:a="http://schemas.openxmlformats.org/drawingml/2006/main">
            <a:pPr>
              <a:defRPr sz="713" b="0">
                <a:solidFill>
                  <a:srgbClr val="17324D"/>
                </a:solidFill>
              </a:defRPr>
            </a:pPr>
            <a:r>
              <a:rPr sz="713" b="0">
                <a:solidFill>
                  <a:srgbClr val="17324D"/>
                </a:solidFill>
              </a:rPr>
              <a:t>clinicLetterSent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D6E361-78F9-4B90-883C-F8952F0F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41848"/>
            <a:ext cx="10808208" cy="493776"/>
          </a:xfrm>
          <a:prstGeom xmlns:a="http://schemas.openxmlformats.org/drawingml/2006/main" prst="roundRect">
            <a:avLst>
              <a:gd name="adj" fmla="val 23148"/>
            </a:avLst>
          </a:prstGeom>
          <a:solidFill xmlns:a="http://schemas.openxmlformats.org/drawingml/2006/main">
            <a:srgbClr val="DDEB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4FD054-2F90-459D-97EE-18970799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779008"/>
            <a:ext cx="10405872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73" b="1">
                <a:solidFill>
                  <a:srgbClr val="112B45"/>
                </a:solidFill>
              </a:defRPr>
            </a:defPPr>
            <a:lvl1pPr>
              <a:defRPr sz="773" b="1">
                <a:solidFill>
                  <a:srgbClr val="112B45"/>
                </a:solidFill>
              </a:defRPr>
            </a:lvl1pPr>
            <a:lvl2pPr>
              <a:defRPr sz="773" b="1">
                <a:solidFill>
                  <a:srgbClr val="112B45"/>
                </a:solidFill>
              </a:defRPr>
            </a:lvl2pPr>
            <a:lvl3pPr>
              <a:defRPr sz="773" b="1">
                <a:solidFill>
                  <a:srgbClr val="112B45"/>
                </a:solidFill>
              </a:defRPr>
            </a:lvl3pPr>
            <a:lvl4pPr>
              <a:defRPr sz="773" b="1">
                <a:solidFill>
                  <a:srgbClr val="112B45"/>
                </a:solidFill>
              </a:defRPr>
            </a:lvl4pPr>
            <a:lvl5pPr>
              <a:defRPr sz="773" b="1">
                <a:solidFill>
                  <a:srgbClr val="112B45"/>
                </a:solidFill>
              </a:defRPr>
            </a:lvl5pPr>
            <a:lvl6pPr>
              <a:defRPr sz="773" b="1">
                <a:solidFill>
                  <a:srgbClr val="112B45"/>
                </a:solidFill>
              </a:defRPr>
            </a:lvl6pPr>
            <a:lvl7pPr>
              <a:defRPr sz="773" b="1">
                <a:solidFill>
                  <a:srgbClr val="112B45"/>
                </a:solidFill>
              </a:defRPr>
            </a:lvl7pPr>
            <a:lvl8pPr>
              <a:defRPr sz="773" b="1">
                <a:solidFill>
                  <a:srgbClr val="112B45"/>
                </a:solidFill>
              </a:defRPr>
            </a:lvl8pPr>
            <a:lvl9pPr>
              <a:defRPr sz="773" b="1">
                <a:solidFill>
                  <a:srgbClr val="112B45"/>
                </a:solidFill>
              </a:defRPr>
            </a:lvl9pPr>
          </a:lstStyle>
          <a:p xmlns:a="http://schemas.openxmlformats.org/drawingml/2006/main">
            <a:pPr>
              <a:defRPr sz="773" b="1">
                <a:solidFill>
                  <a:srgbClr val="112B45"/>
                </a:solidFill>
              </a:defRPr>
            </a:pPr>
            <a:r>
              <a:rPr sz="773" b="1">
                <a:solidFill>
                  <a:srgbClr val="112B45"/>
                </a:solidFill>
              </a:rPr>
              <a:t>Shared implementation: HospitalExternalWorkers registers the seven production workers; WorkerSupport supplies persistence, logging and retry/error handling.</a:t>
            </a:r>
          </a:p>
        </p:txBody>
      </p:sp>
    </p:spTree>
    <p:extLst>
      <p:ext uri="{BB962C8B-B14F-4D97-AF65-F5344CB8AC3E}">
        <p14:creationId xmlns:p14="http://schemas.microsoft.com/office/powerpoint/2010/main" val="8027586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2841E8-82D0-4D87-AD58-C917A277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310896"/>
            <a:ext cx="6400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479B8"/>
                </a:solidFill>
              </a:defRPr>
            </a:defPPr>
            <a:lvl1pPr>
              <a:defRPr sz="900" b="1">
                <a:solidFill>
                  <a:srgbClr val="1479B8"/>
                </a:solidFill>
              </a:defRPr>
            </a:lvl1pPr>
            <a:lvl2pPr>
              <a:defRPr sz="900" b="1">
                <a:solidFill>
                  <a:srgbClr val="1479B8"/>
                </a:solidFill>
              </a:defRPr>
            </a:lvl2pPr>
            <a:lvl3pPr>
              <a:defRPr sz="900" b="1">
                <a:solidFill>
                  <a:srgbClr val="1479B8"/>
                </a:solidFill>
              </a:defRPr>
            </a:lvl3pPr>
            <a:lvl4pPr>
              <a:defRPr sz="900" b="1">
                <a:solidFill>
                  <a:srgbClr val="1479B8"/>
                </a:solidFill>
              </a:defRPr>
            </a:lvl4pPr>
            <a:lvl5pPr>
              <a:defRPr sz="900" b="1">
                <a:solidFill>
                  <a:srgbClr val="1479B8"/>
                </a:solidFill>
              </a:defRPr>
            </a:lvl5pPr>
            <a:lvl6pPr>
              <a:defRPr sz="900" b="1">
                <a:solidFill>
                  <a:srgbClr val="1479B8"/>
                </a:solidFill>
              </a:defRPr>
            </a:lvl6pPr>
            <a:lvl7pPr>
              <a:defRPr sz="900" b="1">
                <a:solidFill>
                  <a:srgbClr val="1479B8"/>
                </a:solidFill>
              </a:defRPr>
            </a:lvl7pPr>
            <a:lvl8pPr>
              <a:defRPr sz="900" b="1">
                <a:solidFill>
                  <a:srgbClr val="1479B8"/>
                </a:solidFill>
              </a:defRPr>
            </a:lvl8pPr>
            <a:lvl9pPr>
              <a:defRPr sz="900" b="1">
                <a:solidFill>
                  <a:srgbClr val="1479B8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479B8"/>
                </a:solidFill>
              </a:defRPr>
            </a:pPr>
            <a:r>
              <a:rPr sz="900" b="1">
                <a:solidFill>
                  <a:srgbClr val="1479B8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D10F3-9354-4DA0-B249-7D48639D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566928"/>
            <a:ext cx="78638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12B45"/>
                </a:solidFill>
              </a:defRPr>
            </a:defPPr>
            <a:lvl1pPr>
              <a:defRPr sz="1875" b="1">
                <a:solidFill>
                  <a:srgbClr val="112B45"/>
                </a:solidFill>
              </a:defRPr>
            </a:lvl1pPr>
            <a:lvl2pPr>
              <a:defRPr sz="1875" b="1">
                <a:solidFill>
                  <a:srgbClr val="112B45"/>
                </a:solidFill>
              </a:defRPr>
            </a:lvl2pPr>
            <a:lvl3pPr>
              <a:defRPr sz="1875" b="1">
                <a:solidFill>
                  <a:srgbClr val="112B45"/>
                </a:solidFill>
              </a:defRPr>
            </a:lvl3pPr>
            <a:lvl4pPr>
              <a:defRPr sz="1875" b="1">
                <a:solidFill>
                  <a:srgbClr val="112B45"/>
                </a:solidFill>
              </a:defRPr>
            </a:lvl4pPr>
            <a:lvl5pPr>
              <a:defRPr sz="1875" b="1">
                <a:solidFill>
                  <a:srgbClr val="112B45"/>
                </a:solidFill>
              </a:defRPr>
            </a:lvl5pPr>
            <a:lvl6pPr>
              <a:defRPr sz="1875" b="1">
                <a:solidFill>
                  <a:srgbClr val="112B45"/>
                </a:solidFill>
              </a:defRPr>
            </a:lvl6pPr>
            <a:lvl7pPr>
              <a:defRPr sz="1875" b="1">
                <a:solidFill>
                  <a:srgbClr val="112B45"/>
                </a:solidFill>
              </a:defRPr>
            </a:lvl7pPr>
            <a:lvl8pPr>
              <a:defRPr sz="1875" b="1">
                <a:solidFill>
                  <a:srgbClr val="112B45"/>
                </a:solidFill>
              </a:defRPr>
            </a:lvl8pPr>
            <a:lvl9pPr>
              <a:defRPr sz="1875" b="1">
                <a:solidFill>
                  <a:srgbClr val="112B4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12B45"/>
                </a:solidFill>
              </a:defRPr>
            </a:pPr>
            <a:r>
              <a:rPr sz="1875" b="1">
                <a:solidFill>
                  <a:srgbClr val="112B45"/>
                </a:solidFill>
              </a:rPr>
              <a:t>Live demonstration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01659B-4EC9-472C-AA14-44B3C847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024128"/>
            <a:ext cx="987552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88" b="0">
                <a:solidFill>
                  <a:srgbClr val="536576"/>
                </a:solidFill>
              </a:defRPr>
            </a:defPPr>
            <a:lvl1pPr>
              <a:defRPr sz="788" b="0">
                <a:solidFill>
                  <a:srgbClr val="536576"/>
                </a:solidFill>
              </a:defRPr>
            </a:lvl1pPr>
            <a:lvl2pPr>
              <a:defRPr sz="788" b="0">
                <a:solidFill>
                  <a:srgbClr val="536576"/>
                </a:solidFill>
              </a:defRPr>
            </a:lvl2pPr>
            <a:lvl3pPr>
              <a:defRPr sz="788" b="0">
                <a:solidFill>
                  <a:srgbClr val="536576"/>
                </a:solidFill>
              </a:defRPr>
            </a:lvl3pPr>
            <a:lvl4pPr>
              <a:defRPr sz="788" b="0">
                <a:solidFill>
                  <a:srgbClr val="536576"/>
                </a:solidFill>
              </a:defRPr>
            </a:lvl4pPr>
            <a:lvl5pPr>
              <a:defRPr sz="788" b="0">
                <a:solidFill>
                  <a:srgbClr val="536576"/>
                </a:solidFill>
              </a:defRPr>
            </a:lvl5pPr>
            <a:lvl6pPr>
              <a:defRPr sz="788" b="0">
                <a:solidFill>
                  <a:srgbClr val="536576"/>
                </a:solidFill>
              </a:defRPr>
            </a:lvl6pPr>
            <a:lvl7pPr>
              <a:defRPr sz="788" b="0">
                <a:solidFill>
                  <a:srgbClr val="536576"/>
                </a:solidFill>
              </a:defRPr>
            </a:lvl7pPr>
            <a:lvl8pPr>
              <a:defRPr sz="788" b="0">
                <a:solidFill>
                  <a:srgbClr val="536576"/>
                </a:solidFill>
              </a:defRPr>
            </a:lvl8pPr>
            <a:lvl9pPr>
              <a:defRPr sz="788" b="0">
                <a:solidFill>
                  <a:srgbClr val="536576"/>
                </a:solidFill>
              </a:defRPr>
            </a:lvl9pPr>
          </a:lstStyle>
          <a:p xmlns:a="http://schemas.openxmlformats.org/drawingml/2006/main">
            <a:pPr>
              <a:defRPr sz="788" b="0">
                <a:solidFill>
                  <a:srgbClr val="536576"/>
                </a:solidFill>
              </a:defRPr>
            </a:pPr>
            <a:r>
              <a:rPr sz="788" b="0">
                <a:solidFill>
                  <a:srgbClr val="536576"/>
                </a:solidFill>
              </a:rPr>
              <a:t>Use these labels when presenting the complete happy path and controlled exception path to the tutor.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D0821-D63F-4AAF-8E41-A7A66DD9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417320"/>
            <a:ext cx="11228832" cy="411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88418-57CB-41D6-8CE6-469612F8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9184"/>
            <a:ext cx="278892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536576"/>
                </a:solidFill>
              </a:defRPr>
            </a:defPPr>
            <a:lvl1pPr>
              <a:defRPr sz="675" b="0">
                <a:solidFill>
                  <a:srgbClr val="536576"/>
                </a:solidFill>
              </a:defRPr>
            </a:lvl1pPr>
            <a:lvl2pPr>
              <a:defRPr sz="675" b="0">
                <a:solidFill>
                  <a:srgbClr val="536576"/>
                </a:solidFill>
              </a:defRPr>
            </a:lvl2pPr>
            <a:lvl3pPr>
              <a:defRPr sz="675" b="0">
                <a:solidFill>
                  <a:srgbClr val="536576"/>
                </a:solidFill>
              </a:defRPr>
            </a:lvl3pPr>
            <a:lvl4pPr>
              <a:defRPr sz="675" b="0">
                <a:solidFill>
                  <a:srgbClr val="536576"/>
                </a:solidFill>
              </a:defRPr>
            </a:lvl4pPr>
            <a:lvl5pPr>
              <a:defRPr sz="675" b="0">
                <a:solidFill>
                  <a:srgbClr val="536576"/>
                </a:solidFill>
              </a:defRPr>
            </a:lvl5pPr>
            <a:lvl6pPr>
              <a:defRPr sz="675" b="0">
                <a:solidFill>
                  <a:srgbClr val="536576"/>
                </a:solidFill>
              </a:defRPr>
            </a:lvl6pPr>
            <a:lvl7pPr>
              <a:defRPr sz="675" b="0">
                <a:solidFill>
                  <a:srgbClr val="536576"/>
                </a:solidFill>
              </a:defRPr>
            </a:lvl7pPr>
            <a:lvl8pPr>
              <a:defRPr sz="675" b="0">
                <a:solidFill>
                  <a:srgbClr val="536576"/>
                </a:solidFill>
              </a:defRPr>
            </a:lvl8pPr>
            <a:lvl9pPr>
              <a:defRPr sz="675" b="0">
                <a:solidFill>
                  <a:srgbClr val="536576"/>
                </a:solidFill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536576"/>
                </a:solidFill>
              </a:defRPr>
            </a:pPr>
            <a:r>
              <a:rPr sz="675" b="0">
                <a:solidFill>
                  <a:srgbClr val="536576"/>
                </a:solidFill>
              </a:rPr>
              <a:t>UFCEP6 0 3 · Release 2 hospital pathway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06D50-1D30-4B0A-81D4-C53CD8BE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00784"/>
            <a:ext cx="5193792" cy="841248"/>
          </a:xfrm>
          <a:prstGeom xmlns:a="http://schemas.openxmlformats.org/drawingml/2006/main" prst="roundRect">
            <a:avLst>
              <a:gd name="adj" fmla="val 13587"/>
            </a:avLst>
          </a:prstGeom>
          <a:solidFill xmlns:a="http://schemas.openxmlformats.org/drawingml/2006/main">
            <a:srgbClr val="E1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43173-AF45-4AB0-A068-A48157E7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1847088"/>
            <a:ext cx="512064" cy="512064"/>
          </a:xfrm>
          <a:prstGeom xmlns:a="http://schemas.openxmlformats.org/drawingml/2006/main" prst="roundRect">
            <a:avLst>
              <a:gd name="adj" fmla="val 22321"/>
            </a:avLst>
          </a:prstGeom>
          <a:solidFill xmlns:a="http://schemas.openxmlformats.org/drawingml/2006/main">
            <a:srgbClr val="2A7D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66BB8-8D6A-46AE-8C3C-1DD83052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1988820"/>
            <a:ext cx="512064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  <a:lvl1pPr>
              <a:defRPr sz="900" b="1">
                <a:solidFill>
                  <a:srgbClr val="FFFFFF"/>
                </a:solidFill>
              </a:defRPr>
            </a:lvl1pPr>
            <a:lvl2pPr>
              <a:defRPr sz="900" b="1">
                <a:solidFill>
                  <a:srgbClr val="FFFFFF"/>
                </a:solidFill>
              </a:defRPr>
            </a:lvl2pPr>
            <a:lvl3pPr>
              <a:defRPr sz="900" b="1">
                <a:solidFill>
                  <a:srgbClr val="FFFFFF"/>
                </a:solidFill>
              </a:defRPr>
            </a:lvl3pPr>
            <a:lvl4pPr>
              <a:defRPr sz="900" b="1">
                <a:solidFill>
                  <a:srgbClr val="FFFFFF"/>
                </a:solidFill>
              </a:defRPr>
            </a:lvl4pPr>
            <a:lvl5pPr>
              <a:defRPr sz="900" b="1">
                <a:solidFill>
                  <a:srgbClr val="FFFFFF"/>
                </a:solidFill>
              </a:defRPr>
            </a:lvl5pPr>
            <a:lvl6pPr>
              <a:defRPr sz="900" b="1">
                <a:solidFill>
                  <a:srgbClr val="FFFFFF"/>
                </a:solidFill>
              </a:defRPr>
            </a:lvl6pPr>
            <a:lvl7pPr>
              <a:defRPr sz="900" b="1">
                <a:solidFill>
                  <a:srgbClr val="FFFFFF"/>
                </a:solidFill>
              </a:defRPr>
            </a:lvl7pPr>
            <a:lvl8pPr>
              <a:defRPr sz="900" b="1">
                <a:solidFill>
                  <a:srgbClr val="FFFFFF"/>
                </a:solidFill>
              </a:defRPr>
            </a:lvl8pPr>
            <a:lvl9pPr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5B316-5354-4A75-978B-C801BCF0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44" y="1837944"/>
            <a:ext cx="4187952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40" b="1">
                <a:solidFill>
                  <a:srgbClr val="112B45"/>
                </a:solidFill>
              </a:defRPr>
            </a:defPPr>
            <a:lvl1pPr>
              <a:defRPr sz="840" b="1">
                <a:solidFill>
                  <a:srgbClr val="112B45"/>
                </a:solidFill>
              </a:defRPr>
            </a:lvl1pPr>
            <a:lvl2pPr>
              <a:defRPr sz="840" b="1">
                <a:solidFill>
                  <a:srgbClr val="112B45"/>
                </a:solidFill>
              </a:defRPr>
            </a:lvl2pPr>
            <a:lvl3pPr>
              <a:defRPr sz="840" b="1">
                <a:solidFill>
                  <a:srgbClr val="112B45"/>
                </a:solidFill>
              </a:defRPr>
            </a:lvl3pPr>
            <a:lvl4pPr>
              <a:defRPr sz="840" b="1">
                <a:solidFill>
                  <a:srgbClr val="112B45"/>
                </a:solidFill>
              </a:defRPr>
            </a:lvl4pPr>
            <a:lvl5pPr>
              <a:defRPr sz="840" b="1">
                <a:solidFill>
                  <a:srgbClr val="112B45"/>
                </a:solidFill>
              </a:defRPr>
            </a:lvl5pPr>
            <a:lvl6pPr>
              <a:defRPr sz="840" b="1">
                <a:solidFill>
                  <a:srgbClr val="112B45"/>
                </a:solidFill>
              </a:defRPr>
            </a:lvl6pPr>
            <a:lvl7pPr>
              <a:defRPr sz="840" b="1">
                <a:solidFill>
                  <a:srgbClr val="112B45"/>
                </a:solidFill>
              </a:defRPr>
            </a:lvl7pPr>
            <a:lvl8pPr>
              <a:defRPr sz="840" b="1">
                <a:solidFill>
                  <a:srgbClr val="112B45"/>
                </a:solidFill>
              </a:defRPr>
            </a:lvl8pPr>
            <a:lvl9pPr>
              <a:defRPr sz="840" b="1">
                <a:solidFill>
                  <a:srgbClr val="112B45"/>
                </a:solidFill>
              </a:defRPr>
            </a:lvl9pPr>
          </a:lstStyle>
          <a:p xmlns:a="http://schemas.openxmlformats.org/drawingml/2006/main">
            <a:pPr>
              <a:defRPr sz="840" b="1">
                <a:solidFill>
                  <a:srgbClr val="112B45"/>
                </a:solidFill>
              </a:defRPr>
            </a:pPr>
            <a:r>
              <a:rPr sz="840" b="1">
                <a:solidFill>
                  <a:srgbClr val="112B45"/>
                </a:solidFill>
              </a:rPr>
              <a:t>Postman 200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47CBB-0FD7-430F-A2D1-0469D540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44" y="2103120"/>
            <a:ext cx="418795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05" b="0">
                <a:solidFill>
                  <a:srgbClr val="536576"/>
                </a:solidFill>
              </a:defRPr>
            </a:defPPr>
            <a:lvl1pPr>
              <a:defRPr sz="705" b="0">
                <a:solidFill>
                  <a:srgbClr val="536576"/>
                </a:solidFill>
              </a:defRPr>
            </a:lvl1pPr>
            <a:lvl2pPr>
              <a:defRPr sz="705" b="0">
                <a:solidFill>
                  <a:srgbClr val="536576"/>
                </a:solidFill>
              </a:defRPr>
            </a:lvl2pPr>
            <a:lvl3pPr>
              <a:defRPr sz="705" b="0">
                <a:solidFill>
                  <a:srgbClr val="536576"/>
                </a:solidFill>
              </a:defRPr>
            </a:lvl3pPr>
            <a:lvl4pPr>
              <a:defRPr sz="705" b="0">
                <a:solidFill>
                  <a:srgbClr val="536576"/>
                </a:solidFill>
              </a:defRPr>
            </a:lvl4pPr>
            <a:lvl5pPr>
              <a:defRPr sz="705" b="0">
                <a:solidFill>
                  <a:srgbClr val="536576"/>
                </a:solidFill>
              </a:defRPr>
            </a:lvl5pPr>
            <a:lvl6pPr>
              <a:defRPr sz="705" b="0">
                <a:solidFill>
                  <a:srgbClr val="536576"/>
                </a:solidFill>
              </a:defRPr>
            </a:lvl6pPr>
            <a:lvl7pPr>
              <a:defRPr sz="705" b="0">
                <a:solidFill>
                  <a:srgbClr val="536576"/>
                </a:solidFill>
              </a:defRPr>
            </a:lvl7pPr>
            <a:lvl8pPr>
              <a:defRPr sz="705" b="0">
                <a:solidFill>
                  <a:srgbClr val="536576"/>
                </a:solidFill>
              </a:defRPr>
            </a:lvl8pPr>
            <a:lvl9pPr>
              <a:defRPr sz="705" b="0">
                <a:solidFill>
                  <a:srgbClr val="536576"/>
                </a:solidFill>
              </a:defRPr>
            </a:lvl9pPr>
          </a:lstStyle>
          <a:p xmlns:a="http://schemas.openxmlformats.org/drawingml/2006/main">
            <a:pPr>
              <a:defRPr sz="705" b="0">
                <a:solidFill>
                  <a:srgbClr val="536576"/>
                </a:solidFill>
              </a:defRPr>
            </a:pPr>
            <a:r>
              <a:rPr sz="705" b="0">
                <a:solidFill>
                  <a:srgbClr val="536576"/>
                </a:solidFill>
              </a:rPr>
              <a:t>Mock API returns the patient JSON payload.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CE4A7-7011-46A9-903E-3B798875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761488"/>
            <a:ext cx="5193792" cy="841248"/>
          </a:xfrm>
          <a:prstGeom xmlns:a="http://schemas.openxmlformats.org/drawingml/2006/main" prst="roundRect">
            <a:avLst>
              <a:gd name="adj" fmla="val 13587"/>
            </a:avLst>
          </a:prstGeom>
          <a:solidFill xmlns:a="http://schemas.openxmlformats.org/drawingml/2006/main">
            <a:srgbClr val="E1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7F05B-F9D2-4FD9-AEF6-B738D4B5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2907792"/>
            <a:ext cx="512064" cy="512064"/>
          </a:xfrm>
          <a:prstGeom xmlns:a="http://schemas.openxmlformats.org/drawingml/2006/main" prst="roundRect">
            <a:avLst>
              <a:gd name="adj" fmla="val 22321"/>
            </a:avLst>
          </a:prstGeom>
          <a:solidFill xmlns:a="http://schemas.openxmlformats.org/drawingml/2006/main">
            <a:srgbClr val="2A7D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62E327-4A36-40F5-B0DA-357702EE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3049524"/>
            <a:ext cx="512064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  <a:lvl1pPr>
              <a:defRPr sz="900" b="1">
                <a:solidFill>
                  <a:srgbClr val="FFFFFF"/>
                </a:solidFill>
              </a:defRPr>
            </a:lvl1pPr>
            <a:lvl2pPr>
              <a:defRPr sz="900" b="1">
                <a:solidFill>
                  <a:srgbClr val="FFFFFF"/>
                </a:solidFill>
              </a:defRPr>
            </a:lvl2pPr>
            <a:lvl3pPr>
              <a:defRPr sz="900" b="1">
                <a:solidFill>
                  <a:srgbClr val="FFFFFF"/>
                </a:solidFill>
              </a:defRPr>
            </a:lvl3pPr>
            <a:lvl4pPr>
              <a:defRPr sz="900" b="1">
                <a:solidFill>
                  <a:srgbClr val="FFFFFF"/>
                </a:solidFill>
              </a:defRPr>
            </a:lvl4pPr>
            <a:lvl5pPr>
              <a:defRPr sz="900" b="1">
                <a:solidFill>
                  <a:srgbClr val="FFFFFF"/>
                </a:solidFill>
              </a:defRPr>
            </a:lvl5pPr>
            <a:lvl6pPr>
              <a:defRPr sz="900" b="1">
                <a:solidFill>
                  <a:srgbClr val="FFFFFF"/>
                </a:solidFill>
              </a:defRPr>
            </a:lvl6pPr>
            <a:lvl7pPr>
              <a:defRPr sz="900" b="1">
                <a:solidFill>
                  <a:srgbClr val="FFFFFF"/>
                </a:solidFill>
              </a:defRPr>
            </a:lvl7pPr>
            <a:lvl8pPr>
              <a:defRPr sz="900" b="1">
                <a:solidFill>
                  <a:srgbClr val="FFFFFF"/>
                </a:solidFill>
              </a:defRPr>
            </a:lvl8pPr>
            <a:lvl9pPr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52F37-865B-4175-A75C-66ACED0C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44" y="2898648"/>
            <a:ext cx="4187952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40" b="1">
                <a:solidFill>
                  <a:srgbClr val="112B45"/>
                </a:solidFill>
              </a:defRPr>
            </a:defPPr>
            <a:lvl1pPr>
              <a:defRPr sz="840" b="1">
                <a:solidFill>
                  <a:srgbClr val="112B45"/>
                </a:solidFill>
              </a:defRPr>
            </a:lvl1pPr>
            <a:lvl2pPr>
              <a:defRPr sz="840" b="1">
                <a:solidFill>
                  <a:srgbClr val="112B45"/>
                </a:solidFill>
              </a:defRPr>
            </a:lvl2pPr>
            <a:lvl3pPr>
              <a:defRPr sz="840" b="1">
                <a:solidFill>
                  <a:srgbClr val="112B45"/>
                </a:solidFill>
              </a:defRPr>
            </a:lvl3pPr>
            <a:lvl4pPr>
              <a:defRPr sz="840" b="1">
                <a:solidFill>
                  <a:srgbClr val="112B45"/>
                </a:solidFill>
              </a:defRPr>
            </a:lvl4pPr>
            <a:lvl5pPr>
              <a:defRPr sz="840" b="1">
                <a:solidFill>
                  <a:srgbClr val="112B45"/>
                </a:solidFill>
              </a:defRPr>
            </a:lvl5pPr>
            <a:lvl6pPr>
              <a:defRPr sz="840" b="1">
                <a:solidFill>
                  <a:srgbClr val="112B45"/>
                </a:solidFill>
              </a:defRPr>
            </a:lvl6pPr>
            <a:lvl7pPr>
              <a:defRPr sz="840" b="1">
                <a:solidFill>
                  <a:srgbClr val="112B45"/>
                </a:solidFill>
              </a:defRPr>
            </a:lvl7pPr>
            <a:lvl8pPr>
              <a:defRPr sz="840" b="1">
                <a:solidFill>
                  <a:srgbClr val="112B45"/>
                </a:solidFill>
              </a:defRPr>
            </a:lvl8pPr>
            <a:lvl9pPr>
              <a:defRPr sz="840" b="1">
                <a:solidFill>
                  <a:srgbClr val="112B45"/>
                </a:solidFill>
              </a:defRPr>
            </a:lvl9pPr>
          </a:lstStyle>
          <a:p xmlns:a="http://schemas.openxmlformats.org/drawingml/2006/main">
            <a:pPr>
              <a:defRPr sz="840" b="1">
                <a:solidFill>
                  <a:srgbClr val="112B45"/>
                </a:solidFill>
              </a:defRPr>
            </a:pPr>
            <a:r>
              <a:rPr sz="840" b="1">
                <a:solidFill>
                  <a:srgbClr val="112B45"/>
                </a:solidFill>
              </a:rPr>
              <a:t>Operate: API variables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500A96-F3B3-4FE7-81C2-2DCF32E8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44" y="3163824"/>
            <a:ext cx="418795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05" b="0">
                <a:solidFill>
                  <a:srgbClr val="536576"/>
                </a:solidFill>
              </a:defRPr>
            </a:defPPr>
            <a:lvl1pPr>
              <a:defRPr sz="705" b="0">
                <a:solidFill>
                  <a:srgbClr val="536576"/>
                </a:solidFill>
              </a:defRPr>
            </a:lvl1pPr>
            <a:lvl2pPr>
              <a:defRPr sz="705" b="0">
                <a:solidFill>
                  <a:srgbClr val="536576"/>
                </a:solidFill>
              </a:defRPr>
            </a:lvl2pPr>
            <a:lvl3pPr>
              <a:defRPr sz="705" b="0">
                <a:solidFill>
                  <a:srgbClr val="536576"/>
                </a:solidFill>
              </a:defRPr>
            </a:lvl3pPr>
            <a:lvl4pPr>
              <a:defRPr sz="705" b="0">
                <a:solidFill>
                  <a:srgbClr val="536576"/>
                </a:solidFill>
              </a:defRPr>
            </a:lvl4pPr>
            <a:lvl5pPr>
              <a:defRPr sz="705" b="0">
                <a:solidFill>
                  <a:srgbClr val="536576"/>
                </a:solidFill>
              </a:defRPr>
            </a:lvl5pPr>
            <a:lvl6pPr>
              <a:defRPr sz="705" b="0">
                <a:solidFill>
                  <a:srgbClr val="536576"/>
                </a:solidFill>
              </a:defRPr>
            </a:lvl6pPr>
            <a:lvl7pPr>
              <a:defRPr sz="705" b="0">
                <a:solidFill>
                  <a:srgbClr val="536576"/>
                </a:solidFill>
              </a:defRPr>
            </a:lvl7pPr>
            <a:lvl8pPr>
              <a:defRPr sz="705" b="0">
                <a:solidFill>
                  <a:srgbClr val="536576"/>
                </a:solidFill>
              </a:defRPr>
            </a:lvl8pPr>
            <a:lvl9pPr>
              <a:defRPr sz="705" b="0">
                <a:solidFill>
                  <a:srgbClr val="536576"/>
                </a:solidFill>
              </a:defRPr>
            </a:lvl9pPr>
          </a:lstStyle>
          <a:p xmlns:a="http://schemas.openxmlformats.org/drawingml/2006/main">
            <a:pPr>
              <a:defRPr sz="705" b="0">
                <a:solidFill>
                  <a:srgbClr val="536576"/>
                </a:solidFill>
              </a:defRPr>
            </a:pPr>
            <a:r>
              <a:rPr sz="705" b="0">
                <a:solidFill>
                  <a:srgbClr val="536576"/>
                </a:solidFill>
              </a:rPr>
              <a:t>The REST connector has mapped the patient fields and is waiting for review.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9B11E4-90F0-48B5-9378-9BF186CC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22192"/>
            <a:ext cx="5193792" cy="841248"/>
          </a:xfrm>
          <a:prstGeom xmlns:a="http://schemas.openxmlformats.org/drawingml/2006/main" prst="roundRect">
            <a:avLst>
              <a:gd name="adj" fmla="val 13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C2C92-C720-4847-8B45-B9ECA704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3968496"/>
            <a:ext cx="512064" cy="512064"/>
          </a:xfrm>
          <a:prstGeom xmlns:a="http://schemas.openxmlformats.org/drawingml/2006/main" prst="roundRect">
            <a:avLst>
              <a:gd name="adj" fmla="val 22321"/>
            </a:avLst>
          </a:prstGeom>
          <a:solidFill xmlns:a="http://schemas.openxmlformats.org/drawingml/2006/main">
            <a:srgbClr val="147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E5957D-BA01-47A6-AEF2-ECABA7D6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4110228"/>
            <a:ext cx="512064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  <a:lvl1pPr>
              <a:defRPr sz="900" b="1">
                <a:solidFill>
                  <a:srgbClr val="FFFFFF"/>
                </a:solidFill>
              </a:defRPr>
            </a:lvl1pPr>
            <a:lvl2pPr>
              <a:defRPr sz="900" b="1">
                <a:solidFill>
                  <a:srgbClr val="FFFFFF"/>
                </a:solidFill>
              </a:defRPr>
            </a:lvl2pPr>
            <a:lvl3pPr>
              <a:defRPr sz="900" b="1">
                <a:solidFill>
                  <a:srgbClr val="FFFFFF"/>
                </a:solidFill>
              </a:defRPr>
            </a:lvl3pPr>
            <a:lvl4pPr>
              <a:defRPr sz="900" b="1">
                <a:solidFill>
                  <a:srgbClr val="FFFFFF"/>
                </a:solidFill>
              </a:defRPr>
            </a:lvl4pPr>
            <a:lvl5pPr>
              <a:defRPr sz="900" b="1">
                <a:solidFill>
                  <a:srgbClr val="FFFFFF"/>
                </a:solidFill>
              </a:defRPr>
            </a:lvl5pPr>
            <a:lvl6pPr>
              <a:defRPr sz="900" b="1">
                <a:solidFill>
                  <a:srgbClr val="FFFFFF"/>
                </a:solidFill>
              </a:defRPr>
            </a:lvl6pPr>
            <a:lvl7pPr>
              <a:defRPr sz="900" b="1">
                <a:solidFill>
                  <a:srgbClr val="FFFFFF"/>
                </a:solidFill>
              </a:defRPr>
            </a:lvl7pPr>
            <a:lvl8pPr>
              <a:defRPr sz="900" b="1">
                <a:solidFill>
                  <a:srgbClr val="FFFFFF"/>
                </a:solidFill>
              </a:defRPr>
            </a:lvl8pPr>
            <a:lvl9pPr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562279-21DD-4A78-8361-CF393053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44" y="3959352"/>
            <a:ext cx="4187952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40" b="1">
                <a:solidFill>
                  <a:srgbClr val="112B45"/>
                </a:solidFill>
              </a:defRPr>
            </a:defPPr>
            <a:lvl1pPr>
              <a:defRPr sz="840" b="1">
                <a:solidFill>
                  <a:srgbClr val="112B45"/>
                </a:solidFill>
              </a:defRPr>
            </a:lvl1pPr>
            <a:lvl2pPr>
              <a:defRPr sz="840" b="1">
                <a:solidFill>
                  <a:srgbClr val="112B45"/>
                </a:solidFill>
              </a:defRPr>
            </a:lvl2pPr>
            <a:lvl3pPr>
              <a:defRPr sz="840" b="1">
                <a:solidFill>
                  <a:srgbClr val="112B45"/>
                </a:solidFill>
              </a:defRPr>
            </a:lvl3pPr>
            <a:lvl4pPr>
              <a:defRPr sz="840" b="1">
                <a:solidFill>
                  <a:srgbClr val="112B45"/>
                </a:solidFill>
              </a:defRPr>
            </a:lvl4pPr>
            <a:lvl5pPr>
              <a:defRPr sz="840" b="1">
                <a:solidFill>
                  <a:srgbClr val="112B45"/>
                </a:solidFill>
              </a:defRPr>
            </a:lvl5pPr>
            <a:lvl6pPr>
              <a:defRPr sz="840" b="1">
                <a:solidFill>
                  <a:srgbClr val="112B45"/>
                </a:solidFill>
              </a:defRPr>
            </a:lvl6pPr>
            <a:lvl7pPr>
              <a:defRPr sz="840" b="1">
                <a:solidFill>
                  <a:srgbClr val="112B45"/>
                </a:solidFill>
              </a:defRPr>
            </a:lvl7pPr>
            <a:lvl8pPr>
              <a:defRPr sz="840" b="1">
                <a:solidFill>
                  <a:srgbClr val="112B45"/>
                </a:solidFill>
              </a:defRPr>
            </a:lvl8pPr>
            <a:lvl9pPr>
              <a:defRPr sz="840" b="1">
                <a:solidFill>
                  <a:srgbClr val="112B45"/>
                </a:solidFill>
              </a:defRPr>
            </a:lvl9pPr>
          </a:lstStyle>
          <a:p xmlns:a="http://schemas.openxmlformats.org/drawingml/2006/main">
            <a:pPr>
              <a:defRPr sz="840" b="1">
                <a:solidFill>
                  <a:srgbClr val="112B45"/>
                </a:solidFill>
              </a:defRPr>
            </a:pPr>
            <a:r>
              <a:rPr sz="840" b="1">
                <a:solidFill>
                  <a:srgbClr val="112B45"/>
                </a:solidFill>
              </a:rPr>
              <a:t>Tasklist: review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88ED8B-F7E2-4061-A2CB-161985C4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44" y="4224528"/>
            <a:ext cx="418795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05" b="0">
                <a:solidFill>
                  <a:srgbClr val="536576"/>
                </a:solidFill>
              </a:defRPr>
            </a:defPPr>
            <a:lvl1pPr>
              <a:defRPr sz="705" b="0">
                <a:solidFill>
                  <a:srgbClr val="536576"/>
                </a:solidFill>
              </a:defRPr>
            </a:lvl1pPr>
            <a:lvl2pPr>
              <a:defRPr sz="705" b="0">
                <a:solidFill>
                  <a:srgbClr val="536576"/>
                </a:solidFill>
              </a:defRPr>
            </a:lvl2pPr>
            <a:lvl3pPr>
              <a:defRPr sz="705" b="0">
                <a:solidFill>
                  <a:srgbClr val="536576"/>
                </a:solidFill>
              </a:defRPr>
            </a:lvl3pPr>
            <a:lvl4pPr>
              <a:defRPr sz="705" b="0">
                <a:solidFill>
                  <a:srgbClr val="536576"/>
                </a:solidFill>
              </a:defRPr>
            </a:lvl4pPr>
            <a:lvl5pPr>
              <a:defRPr sz="705" b="0">
                <a:solidFill>
                  <a:srgbClr val="536576"/>
                </a:solidFill>
              </a:defRPr>
            </a:lvl5pPr>
            <a:lvl6pPr>
              <a:defRPr sz="705" b="0">
                <a:solidFill>
                  <a:srgbClr val="536576"/>
                </a:solidFill>
              </a:defRPr>
            </a:lvl6pPr>
            <a:lvl7pPr>
              <a:defRPr sz="705" b="0">
                <a:solidFill>
                  <a:srgbClr val="536576"/>
                </a:solidFill>
              </a:defRPr>
            </a:lvl7pPr>
            <a:lvl8pPr>
              <a:defRPr sz="705" b="0">
                <a:solidFill>
                  <a:srgbClr val="536576"/>
                </a:solidFill>
              </a:defRPr>
            </a:lvl8pPr>
            <a:lvl9pPr>
              <a:defRPr sz="705" b="0">
                <a:solidFill>
                  <a:srgbClr val="536576"/>
                </a:solidFill>
              </a:defRPr>
            </a:lvl9pPr>
          </a:lstStyle>
          <a:p xmlns:a="http://schemas.openxmlformats.org/drawingml/2006/main">
            <a:pPr>
              <a:defRPr sz="705" b="0">
                <a:solidFill>
                  <a:srgbClr val="536576"/>
                </a:solidFill>
              </a:defRPr>
            </a:pPr>
            <a:r>
              <a:rPr sz="705" b="0">
                <a:solidFill>
                  <a:srgbClr val="536576"/>
                </a:solidFill>
              </a:rPr>
              <a:t>User selects Yes or No; this writes the dataConfirmed variable.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C3BAAC-54C7-4DEF-B6E2-B3B38A84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882896"/>
            <a:ext cx="5193792" cy="841248"/>
          </a:xfrm>
          <a:prstGeom xmlns:a="http://schemas.openxmlformats.org/drawingml/2006/main" prst="roundRect">
            <a:avLst>
              <a:gd name="adj" fmla="val 13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6A4A81-46AA-4AE6-9FFF-3A74C375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5029200"/>
            <a:ext cx="512064" cy="512064"/>
          </a:xfrm>
          <a:prstGeom xmlns:a="http://schemas.openxmlformats.org/drawingml/2006/main" prst="roundRect">
            <a:avLst>
              <a:gd name="adj" fmla="val 22321"/>
            </a:avLst>
          </a:prstGeom>
          <a:solidFill xmlns:a="http://schemas.openxmlformats.org/drawingml/2006/main">
            <a:srgbClr val="147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966544-7D10-479D-A337-51EC0680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" y="5170932"/>
            <a:ext cx="512064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  <a:lvl1pPr>
              <a:defRPr sz="900" b="1">
                <a:solidFill>
                  <a:srgbClr val="FFFFFF"/>
                </a:solidFill>
              </a:defRPr>
            </a:lvl1pPr>
            <a:lvl2pPr>
              <a:defRPr sz="900" b="1">
                <a:solidFill>
                  <a:srgbClr val="FFFFFF"/>
                </a:solidFill>
              </a:defRPr>
            </a:lvl2pPr>
            <a:lvl3pPr>
              <a:defRPr sz="900" b="1">
                <a:solidFill>
                  <a:srgbClr val="FFFFFF"/>
                </a:solidFill>
              </a:defRPr>
            </a:lvl3pPr>
            <a:lvl4pPr>
              <a:defRPr sz="900" b="1">
                <a:solidFill>
                  <a:srgbClr val="FFFFFF"/>
                </a:solidFill>
              </a:defRPr>
            </a:lvl4pPr>
            <a:lvl5pPr>
              <a:defRPr sz="900" b="1">
                <a:solidFill>
                  <a:srgbClr val="FFFFFF"/>
                </a:solidFill>
              </a:defRPr>
            </a:lvl5pPr>
            <a:lvl6pPr>
              <a:defRPr sz="900" b="1">
                <a:solidFill>
                  <a:srgbClr val="FFFFFF"/>
                </a:solidFill>
              </a:defRPr>
            </a:lvl6pPr>
            <a:lvl7pPr>
              <a:defRPr sz="900" b="1">
                <a:solidFill>
                  <a:srgbClr val="FFFFFF"/>
                </a:solidFill>
              </a:defRPr>
            </a:lvl7pPr>
            <a:lvl8pPr>
              <a:defRPr sz="900" b="1">
                <a:solidFill>
                  <a:srgbClr val="FFFFFF"/>
                </a:solidFill>
              </a:defRPr>
            </a:lvl8pPr>
            <a:lvl9pPr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E4DE8C-E1A6-4639-AC29-C08CA3BD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44" y="5020056"/>
            <a:ext cx="4187952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40" b="1">
                <a:solidFill>
                  <a:srgbClr val="112B45"/>
                </a:solidFill>
              </a:defRPr>
            </a:defPPr>
            <a:lvl1pPr>
              <a:defRPr sz="840" b="1">
                <a:solidFill>
                  <a:srgbClr val="112B45"/>
                </a:solidFill>
              </a:defRPr>
            </a:lvl1pPr>
            <a:lvl2pPr>
              <a:defRPr sz="840" b="1">
                <a:solidFill>
                  <a:srgbClr val="112B45"/>
                </a:solidFill>
              </a:defRPr>
            </a:lvl2pPr>
            <a:lvl3pPr>
              <a:defRPr sz="840" b="1">
                <a:solidFill>
                  <a:srgbClr val="112B45"/>
                </a:solidFill>
              </a:defRPr>
            </a:lvl3pPr>
            <a:lvl4pPr>
              <a:defRPr sz="840" b="1">
                <a:solidFill>
                  <a:srgbClr val="112B45"/>
                </a:solidFill>
              </a:defRPr>
            </a:lvl4pPr>
            <a:lvl5pPr>
              <a:defRPr sz="840" b="1">
                <a:solidFill>
                  <a:srgbClr val="112B45"/>
                </a:solidFill>
              </a:defRPr>
            </a:lvl5pPr>
            <a:lvl6pPr>
              <a:defRPr sz="840" b="1">
                <a:solidFill>
                  <a:srgbClr val="112B45"/>
                </a:solidFill>
              </a:defRPr>
            </a:lvl6pPr>
            <a:lvl7pPr>
              <a:defRPr sz="840" b="1">
                <a:solidFill>
                  <a:srgbClr val="112B45"/>
                </a:solidFill>
              </a:defRPr>
            </a:lvl7pPr>
            <a:lvl8pPr>
              <a:defRPr sz="840" b="1">
                <a:solidFill>
                  <a:srgbClr val="112B45"/>
                </a:solidFill>
              </a:defRPr>
            </a:lvl8pPr>
            <a:lvl9pPr>
              <a:defRPr sz="840" b="1">
                <a:solidFill>
                  <a:srgbClr val="112B45"/>
                </a:solidFill>
              </a:defRPr>
            </a:lvl9pPr>
          </a:lstStyle>
          <a:p xmlns:a="http://schemas.openxmlformats.org/drawingml/2006/main">
            <a:pPr>
              <a:defRPr sz="840" b="1">
                <a:solidFill>
                  <a:srgbClr val="112B45"/>
                </a:solidFill>
              </a:defRPr>
            </a:pPr>
            <a:r>
              <a:rPr sz="840" b="1">
                <a:solidFill>
                  <a:srgbClr val="112B45"/>
                </a:solidFill>
              </a:rPr>
              <a:t>Operate: confirmed flow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B78B96-8019-4FE1-9B4D-8AFD6D8C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744" y="5285232"/>
            <a:ext cx="418795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05" b="0">
                <a:solidFill>
                  <a:srgbClr val="536576"/>
                </a:solidFill>
              </a:defRPr>
            </a:defPPr>
            <a:lvl1pPr>
              <a:defRPr sz="705" b="0">
                <a:solidFill>
                  <a:srgbClr val="536576"/>
                </a:solidFill>
              </a:defRPr>
            </a:lvl1pPr>
            <a:lvl2pPr>
              <a:defRPr sz="705" b="0">
                <a:solidFill>
                  <a:srgbClr val="536576"/>
                </a:solidFill>
              </a:defRPr>
            </a:lvl2pPr>
            <a:lvl3pPr>
              <a:defRPr sz="705" b="0">
                <a:solidFill>
                  <a:srgbClr val="536576"/>
                </a:solidFill>
              </a:defRPr>
            </a:lvl3pPr>
            <a:lvl4pPr>
              <a:defRPr sz="705" b="0">
                <a:solidFill>
                  <a:srgbClr val="536576"/>
                </a:solidFill>
              </a:defRPr>
            </a:lvl4pPr>
            <a:lvl5pPr>
              <a:defRPr sz="705" b="0">
                <a:solidFill>
                  <a:srgbClr val="536576"/>
                </a:solidFill>
              </a:defRPr>
            </a:lvl5pPr>
            <a:lvl6pPr>
              <a:defRPr sz="705" b="0">
                <a:solidFill>
                  <a:srgbClr val="536576"/>
                </a:solidFill>
              </a:defRPr>
            </a:lvl6pPr>
            <a:lvl7pPr>
              <a:defRPr sz="705" b="0">
                <a:solidFill>
                  <a:srgbClr val="536576"/>
                </a:solidFill>
              </a:defRPr>
            </a:lvl7pPr>
            <a:lvl8pPr>
              <a:defRPr sz="705" b="0">
                <a:solidFill>
                  <a:srgbClr val="536576"/>
                </a:solidFill>
              </a:defRPr>
            </a:lvl8pPr>
            <a:lvl9pPr>
              <a:defRPr sz="705" b="0">
                <a:solidFill>
                  <a:srgbClr val="536576"/>
                </a:solidFill>
              </a:defRPr>
            </a:lvl9pPr>
          </a:lstStyle>
          <a:p xmlns:a="http://schemas.openxmlformats.org/drawingml/2006/main">
            <a:pPr>
              <a:defRPr sz="705" b="0">
                <a:solidFill>
                  <a:srgbClr val="536576"/>
                </a:solidFill>
              </a:defRPr>
            </a:pPr>
            <a:r>
              <a:rPr sz="705" b="0">
                <a:solidFill>
                  <a:srgbClr val="536576"/>
                </a:solidFill>
              </a:rPr>
              <a:t>Yes branch starts the referral and consultant review subprocess.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922874-D943-433A-9D06-AA53F60A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00784"/>
            <a:ext cx="5193792" cy="841248"/>
          </a:xfrm>
          <a:prstGeom xmlns:a="http://schemas.openxmlformats.org/drawingml/2006/main" prst="roundRect">
            <a:avLst>
              <a:gd name="adj" fmla="val 13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E84EA3-0C56-4C3C-B966-1C28FB1E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1847088"/>
            <a:ext cx="512064" cy="512064"/>
          </a:xfrm>
          <a:prstGeom xmlns:a="http://schemas.openxmlformats.org/drawingml/2006/main" prst="roundRect">
            <a:avLst>
              <a:gd name="adj" fmla="val 22321"/>
            </a:avLst>
          </a:prstGeom>
          <a:solidFill xmlns:a="http://schemas.openxmlformats.org/drawingml/2006/main">
            <a:srgbClr val="147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012770-C68A-4AE8-A2B0-479EF9DA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1988820"/>
            <a:ext cx="512064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  <a:lvl1pPr>
              <a:defRPr sz="900" b="1">
                <a:solidFill>
                  <a:srgbClr val="FFFFFF"/>
                </a:solidFill>
              </a:defRPr>
            </a:lvl1pPr>
            <a:lvl2pPr>
              <a:defRPr sz="900" b="1">
                <a:solidFill>
                  <a:srgbClr val="FFFFFF"/>
                </a:solidFill>
              </a:defRPr>
            </a:lvl2pPr>
            <a:lvl3pPr>
              <a:defRPr sz="900" b="1">
                <a:solidFill>
                  <a:srgbClr val="FFFFFF"/>
                </a:solidFill>
              </a:defRPr>
            </a:lvl3pPr>
            <a:lvl4pPr>
              <a:defRPr sz="900" b="1">
                <a:solidFill>
                  <a:srgbClr val="FFFFFF"/>
                </a:solidFill>
              </a:defRPr>
            </a:lvl4pPr>
            <a:lvl5pPr>
              <a:defRPr sz="900" b="1">
                <a:solidFill>
                  <a:srgbClr val="FFFFFF"/>
                </a:solidFill>
              </a:defRPr>
            </a:lvl5pPr>
            <a:lvl6pPr>
              <a:defRPr sz="900" b="1">
                <a:solidFill>
                  <a:srgbClr val="FFFFFF"/>
                </a:solidFill>
              </a:defRPr>
            </a:lvl6pPr>
            <a:lvl7pPr>
              <a:defRPr sz="900" b="1">
                <a:solidFill>
                  <a:srgbClr val="FFFFFF"/>
                </a:solidFill>
              </a:defRPr>
            </a:lvl7pPr>
            <a:lvl8pPr>
              <a:defRPr sz="900" b="1">
                <a:solidFill>
                  <a:srgbClr val="FFFFFF"/>
                </a:solidFill>
              </a:defRPr>
            </a:lvl8pPr>
            <a:lvl9pPr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0F43A0-7B56-48EC-BFB7-169BD858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1837944"/>
            <a:ext cx="4187952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40" b="1">
                <a:solidFill>
                  <a:srgbClr val="112B45"/>
                </a:solidFill>
              </a:defRPr>
            </a:defPPr>
            <a:lvl1pPr>
              <a:defRPr sz="840" b="1">
                <a:solidFill>
                  <a:srgbClr val="112B45"/>
                </a:solidFill>
              </a:defRPr>
            </a:lvl1pPr>
            <a:lvl2pPr>
              <a:defRPr sz="840" b="1">
                <a:solidFill>
                  <a:srgbClr val="112B45"/>
                </a:solidFill>
              </a:defRPr>
            </a:lvl2pPr>
            <a:lvl3pPr>
              <a:defRPr sz="840" b="1">
                <a:solidFill>
                  <a:srgbClr val="112B45"/>
                </a:solidFill>
              </a:defRPr>
            </a:lvl3pPr>
            <a:lvl4pPr>
              <a:defRPr sz="840" b="1">
                <a:solidFill>
                  <a:srgbClr val="112B45"/>
                </a:solidFill>
              </a:defRPr>
            </a:lvl4pPr>
            <a:lvl5pPr>
              <a:defRPr sz="840" b="1">
                <a:solidFill>
                  <a:srgbClr val="112B45"/>
                </a:solidFill>
              </a:defRPr>
            </a:lvl5pPr>
            <a:lvl6pPr>
              <a:defRPr sz="840" b="1">
                <a:solidFill>
                  <a:srgbClr val="112B45"/>
                </a:solidFill>
              </a:defRPr>
            </a:lvl6pPr>
            <a:lvl7pPr>
              <a:defRPr sz="840" b="1">
                <a:solidFill>
                  <a:srgbClr val="112B45"/>
                </a:solidFill>
              </a:defRPr>
            </a:lvl7pPr>
            <a:lvl8pPr>
              <a:defRPr sz="840" b="1">
                <a:solidFill>
                  <a:srgbClr val="112B45"/>
                </a:solidFill>
              </a:defRPr>
            </a:lvl8pPr>
            <a:lvl9pPr>
              <a:defRPr sz="840" b="1">
                <a:solidFill>
                  <a:srgbClr val="112B45"/>
                </a:solidFill>
              </a:defRPr>
            </a:lvl9pPr>
          </a:lstStyle>
          <a:p xmlns:a="http://schemas.openxmlformats.org/drawingml/2006/main">
            <a:pPr>
              <a:defRPr sz="840" b="1">
                <a:solidFill>
                  <a:srgbClr val="112B45"/>
                </a:solidFill>
              </a:defRPr>
            </a:pPr>
            <a:r>
              <a:rPr sz="840" b="1">
                <a:solidFill>
                  <a:srgbClr val="112B45"/>
                </a:solidFill>
              </a:rPr>
              <a:t>Tasklist: resolve external data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74B3AE-A228-4708-ACCA-F1E95EBF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2103120"/>
            <a:ext cx="418795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05" b="0">
                <a:solidFill>
                  <a:srgbClr val="536576"/>
                </a:solidFill>
              </a:defRPr>
            </a:defPPr>
            <a:lvl1pPr>
              <a:defRPr sz="705" b="0">
                <a:solidFill>
                  <a:srgbClr val="536576"/>
                </a:solidFill>
              </a:defRPr>
            </a:lvl1pPr>
            <a:lvl2pPr>
              <a:defRPr sz="705" b="0">
                <a:solidFill>
                  <a:srgbClr val="536576"/>
                </a:solidFill>
              </a:defRPr>
            </a:lvl2pPr>
            <a:lvl3pPr>
              <a:defRPr sz="705" b="0">
                <a:solidFill>
                  <a:srgbClr val="536576"/>
                </a:solidFill>
              </a:defRPr>
            </a:lvl3pPr>
            <a:lvl4pPr>
              <a:defRPr sz="705" b="0">
                <a:solidFill>
                  <a:srgbClr val="536576"/>
                </a:solidFill>
              </a:defRPr>
            </a:lvl4pPr>
            <a:lvl5pPr>
              <a:defRPr sz="705" b="0">
                <a:solidFill>
                  <a:srgbClr val="536576"/>
                </a:solidFill>
              </a:defRPr>
            </a:lvl5pPr>
            <a:lvl6pPr>
              <a:defRPr sz="705" b="0">
                <a:solidFill>
                  <a:srgbClr val="536576"/>
                </a:solidFill>
              </a:defRPr>
            </a:lvl6pPr>
            <a:lvl7pPr>
              <a:defRPr sz="705" b="0">
                <a:solidFill>
                  <a:srgbClr val="536576"/>
                </a:solidFill>
              </a:defRPr>
            </a:lvl7pPr>
            <a:lvl8pPr>
              <a:defRPr sz="705" b="0">
                <a:solidFill>
                  <a:srgbClr val="536576"/>
                </a:solidFill>
              </a:defRPr>
            </a:lvl8pPr>
            <a:lvl9pPr>
              <a:defRPr sz="705" b="0">
                <a:solidFill>
                  <a:srgbClr val="536576"/>
                </a:solidFill>
              </a:defRPr>
            </a:lvl9pPr>
          </a:lstStyle>
          <a:p xmlns:a="http://schemas.openxmlformats.org/drawingml/2006/main">
            <a:pPr>
              <a:defRPr sz="705" b="0">
                <a:solidFill>
                  <a:srgbClr val="536576"/>
                </a:solidFill>
              </a:defRPr>
            </a:pPr>
            <a:r>
              <a:rPr sz="705" b="0">
                <a:solidFill>
                  <a:srgbClr val="536576"/>
                </a:solidFill>
              </a:rPr>
              <a:t>No branch records the missing-data reason and whether to retry.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B39855-82F0-4B8A-A3E4-AF0078BE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61488"/>
            <a:ext cx="5193792" cy="841248"/>
          </a:xfrm>
          <a:prstGeom xmlns:a="http://schemas.openxmlformats.org/drawingml/2006/main" prst="roundRect">
            <a:avLst>
              <a:gd name="adj" fmla="val 13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CA2749-B957-4CA9-81D9-E6855EED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2907792"/>
            <a:ext cx="512064" cy="512064"/>
          </a:xfrm>
          <a:prstGeom xmlns:a="http://schemas.openxmlformats.org/drawingml/2006/main" prst="roundRect">
            <a:avLst>
              <a:gd name="adj" fmla="val 22321"/>
            </a:avLst>
          </a:prstGeom>
          <a:solidFill xmlns:a="http://schemas.openxmlformats.org/drawingml/2006/main">
            <a:srgbClr val="147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364045-4BAD-4618-9F67-24D7DB25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3049524"/>
            <a:ext cx="512064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  <a:lvl1pPr>
              <a:defRPr sz="900" b="1">
                <a:solidFill>
                  <a:srgbClr val="FFFFFF"/>
                </a:solidFill>
              </a:defRPr>
            </a:lvl1pPr>
            <a:lvl2pPr>
              <a:defRPr sz="900" b="1">
                <a:solidFill>
                  <a:srgbClr val="FFFFFF"/>
                </a:solidFill>
              </a:defRPr>
            </a:lvl2pPr>
            <a:lvl3pPr>
              <a:defRPr sz="900" b="1">
                <a:solidFill>
                  <a:srgbClr val="FFFFFF"/>
                </a:solidFill>
              </a:defRPr>
            </a:lvl3pPr>
            <a:lvl4pPr>
              <a:defRPr sz="900" b="1">
                <a:solidFill>
                  <a:srgbClr val="FFFFFF"/>
                </a:solidFill>
              </a:defRPr>
            </a:lvl4pPr>
            <a:lvl5pPr>
              <a:defRPr sz="900" b="1">
                <a:solidFill>
                  <a:srgbClr val="FFFFFF"/>
                </a:solidFill>
              </a:defRPr>
            </a:lvl5pPr>
            <a:lvl6pPr>
              <a:defRPr sz="900" b="1">
                <a:solidFill>
                  <a:srgbClr val="FFFFFF"/>
                </a:solidFill>
              </a:defRPr>
            </a:lvl6pPr>
            <a:lvl7pPr>
              <a:defRPr sz="900" b="1">
                <a:solidFill>
                  <a:srgbClr val="FFFFFF"/>
                </a:solidFill>
              </a:defRPr>
            </a:lvl7pPr>
            <a:lvl8pPr>
              <a:defRPr sz="900" b="1">
                <a:solidFill>
                  <a:srgbClr val="FFFFFF"/>
                </a:solidFill>
              </a:defRPr>
            </a:lvl8pPr>
            <a:lvl9pPr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F6194E-C5B6-4944-A56E-F62E1F91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2898648"/>
            <a:ext cx="4187952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40" b="1">
                <a:solidFill>
                  <a:srgbClr val="112B45"/>
                </a:solidFill>
              </a:defRPr>
            </a:defPPr>
            <a:lvl1pPr>
              <a:defRPr sz="840" b="1">
                <a:solidFill>
                  <a:srgbClr val="112B45"/>
                </a:solidFill>
              </a:defRPr>
            </a:lvl1pPr>
            <a:lvl2pPr>
              <a:defRPr sz="840" b="1">
                <a:solidFill>
                  <a:srgbClr val="112B45"/>
                </a:solidFill>
              </a:defRPr>
            </a:lvl2pPr>
            <a:lvl3pPr>
              <a:defRPr sz="840" b="1">
                <a:solidFill>
                  <a:srgbClr val="112B45"/>
                </a:solidFill>
              </a:defRPr>
            </a:lvl3pPr>
            <a:lvl4pPr>
              <a:defRPr sz="840" b="1">
                <a:solidFill>
                  <a:srgbClr val="112B45"/>
                </a:solidFill>
              </a:defRPr>
            </a:lvl4pPr>
            <a:lvl5pPr>
              <a:defRPr sz="840" b="1">
                <a:solidFill>
                  <a:srgbClr val="112B45"/>
                </a:solidFill>
              </a:defRPr>
            </a:lvl5pPr>
            <a:lvl6pPr>
              <a:defRPr sz="840" b="1">
                <a:solidFill>
                  <a:srgbClr val="112B45"/>
                </a:solidFill>
              </a:defRPr>
            </a:lvl6pPr>
            <a:lvl7pPr>
              <a:defRPr sz="840" b="1">
                <a:solidFill>
                  <a:srgbClr val="112B45"/>
                </a:solidFill>
              </a:defRPr>
            </a:lvl7pPr>
            <a:lvl8pPr>
              <a:defRPr sz="840" b="1">
                <a:solidFill>
                  <a:srgbClr val="112B45"/>
                </a:solidFill>
              </a:defRPr>
            </a:lvl8pPr>
            <a:lvl9pPr>
              <a:defRPr sz="840" b="1">
                <a:solidFill>
                  <a:srgbClr val="112B45"/>
                </a:solidFill>
              </a:defRPr>
            </a:lvl9pPr>
          </a:lstStyle>
          <a:p xmlns:a="http://schemas.openxmlformats.org/drawingml/2006/main">
            <a:pPr>
              <a:defRPr sz="840" b="1">
                <a:solidFill>
                  <a:srgbClr val="112B45"/>
                </a:solidFill>
              </a:defRPr>
            </a:pPr>
            <a:r>
              <a:rPr sz="840" b="1">
                <a:solidFill>
                  <a:srgbClr val="112B45"/>
                </a:solidFill>
              </a:rPr>
              <a:t>Operate: retry loop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BEABF9-CC6C-44B1-9648-28E721F5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3163824"/>
            <a:ext cx="418795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05" b="0">
                <a:solidFill>
                  <a:srgbClr val="536576"/>
                </a:solidFill>
              </a:defRPr>
            </a:defPPr>
            <a:lvl1pPr>
              <a:defRPr sz="705" b="0">
                <a:solidFill>
                  <a:srgbClr val="536576"/>
                </a:solidFill>
              </a:defRPr>
            </a:lvl1pPr>
            <a:lvl2pPr>
              <a:defRPr sz="705" b="0">
                <a:solidFill>
                  <a:srgbClr val="536576"/>
                </a:solidFill>
              </a:defRPr>
            </a:lvl2pPr>
            <a:lvl3pPr>
              <a:defRPr sz="705" b="0">
                <a:solidFill>
                  <a:srgbClr val="536576"/>
                </a:solidFill>
              </a:defRPr>
            </a:lvl3pPr>
            <a:lvl4pPr>
              <a:defRPr sz="705" b="0">
                <a:solidFill>
                  <a:srgbClr val="536576"/>
                </a:solidFill>
              </a:defRPr>
            </a:lvl4pPr>
            <a:lvl5pPr>
              <a:defRPr sz="705" b="0">
                <a:solidFill>
                  <a:srgbClr val="536576"/>
                </a:solidFill>
              </a:defRPr>
            </a:lvl5pPr>
            <a:lvl6pPr>
              <a:defRPr sz="705" b="0">
                <a:solidFill>
                  <a:srgbClr val="536576"/>
                </a:solidFill>
              </a:defRPr>
            </a:lvl6pPr>
            <a:lvl7pPr>
              <a:defRPr sz="705" b="0">
                <a:solidFill>
                  <a:srgbClr val="536576"/>
                </a:solidFill>
              </a:defRPr>
            </a:lvl7pPr>
            <a:lvl8pPr>
              <a:defRPr sz="705" b="0">
                <a:solidFill>
                  <a:srgbClr val="536576"/>
                </a:solidFill>
              </a:defRPr>
            </a:lvl8pPr>
            <a:lvl9pPr>
              <a:defRPr sz="705" b="0">
                <a:solidFill>
                  <a:srgbClr val="536576"/>
                </a:solidFill>
              </a:defRPr>
            </a:lvl9pPr>
          </a:lstStyle>
          <a:p xmlns:a="http://schemas.openxmlformats.org/drawingml/2006/main">
            <a:pPr>
              <a:defRPr sz="705" b="0">
                <a:solidFill>
                  <a:srgbClr val="536576"/>
                </a:solidFill>
              </a:defRPr>
            </a:pPr>
            <a:r>
              <a:rPr sz="705" b="0">
                <a:solidFill>
                  <a:srgbClr val="536576"/>
                </a:solidFill>
              </a:rPr>
              <a:t>Retry = Yes routes the token back to Retrieve Patient Details.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551A83-5A8A-450B-B143-C21FAB88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22192"/>
            <a:ext cx="5193792" cy="841248"/>
          </a:xfrm>
          <a:prstGeom xmlns:a="http://schemas.openxmlformats.org/drawingml/2006/main" prst="roundRect">
            <a:avLst>
              <a:gd name="adj" fmla="val 13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A32159-E1EF-4B54-A537-06262D1C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3968496"/>
            <a:ext cx="512064" cy="512064"/>
          </a:xfrm>
          <a:prstGeom xmlns:a="http://schemas.openxmlformats.org/drawingml/2006/main" prst="roundRect">
            <a:avLst>
              <a:gd name="adj" fmla="val 22321"/>
            </a:avLst>
          </a:prstGeom>
          <a:solidFill xmlns:a="http://schemas.openxmlformats.org/drawingml/2006/main">
            <a:srgbClr val="147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924BBB-58BE-4E47-9936-6DA224F0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0216" y="4110228"/>
            <a:ext cx="512064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FFFFFF"/>
                </a:solidFill>
              </a:defRPr>
            </a:defPPr>
            <a:lvl1pPr>
              <a:defRPr sz="900" b="1">
                <a:solidFill>
                  <a:srgbClr val="FFFFFF"/>
                </a:solidFill>
              </a:defRPr>
            </a:lvl1pPr>
            <a:lvl2pPr>
              <a:defRPr sz="900" b="1">
                <a:solidFill>
                  <a:srgbClr val="FFFFFF"/>
                </a:solidFill>
              </a:defRPr>
            </a:lvl2pPr>
            <a:lvl3pPr>
              <a:defRPr sz="900" b="1">
                <a:solidFill>
                  <a:srgbClr val="FFFFFF"/>
                </a:solidFill>
              </a:defRPr>
            </a:lvl3pPr>
            <a:lvl4pPr>
              <a:defRPr sz="900" b="1">
                <a:solidFill>
                  <a:srgbClr val="FFFFFF"/>
                </a:solidFill>
              </a:defRPr>
            </a:lvl4pPr>
            <a:lvl5pPr>
              <a:defRPr sz="900" b="1">
                <a:solidFill>
                  <a:srgbClr val="FFFFFF"/>
                </a:solidFill>
              </a:defRPr>
            </a:lvl5pPr>
            <a:lvl6pPr>
              <a:defRPr sz="900" b="1">
                <a:solidFill>
                  <a:srgbClr val="FFFFFF"/>
                </a:solidFill>
              </a:defRPr>
            </a:lvl6pPr>
            <a:lvl7pPr>
              <a:defRPr sz="900" b="1">
                <a:solidFill>
                  <a:srgbClr val="FFFFFF"/>
                </a:solidFill>
              </a:defRPr>
            </a:lvl7pPr>
            <a:lvl8pPr>
              <a:defRPr sz="900" b="1">
                <a:solidFill>
                  <a:srgbClr val="FFFFFF"/>
                </a:solidFill>
              </a:defRPr>
            </a:lvl8pPr>
            <a:lvl9pPr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E7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6A93F5-3BDC-42EF-BECF-5795ABF7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3959352"/>
            <a:ext cx="4187952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40" b="1">
                <a:solidFill>
                  <a:srgbClr val="112B45"/>
                </a:solidFill>
              </a:defRPr>
            </a:defPPr>
            <a:lvl1pPr>
              <a:defRPr sz="840" b="1">
                <a:solidFill>
                  <a:srgbClr val="112B45"/>
                </a:solidFill>
              </a:defRPr>
            </a:lvl1pPr>
            <a:lvl2pPr>
              <a:defRPr sz="840" b="1">
                <a:solidFill>
                  <a:srgbClr val="112B45"/>
                </a:solidFill>
              </a:defRPr>
            </a:lvl2pPr>
            <a:lvl3pPr>
              <a:defRPr sz="840" b="1">
                <a:solidFill>
                  <a:srgbClr val="112B45"/>
                </a:solidFill>
              </a:defRPr>
            </a:lvl3pPr>
            <a:lvl4pPr>
              <a:defRPr sz="840" b="1">
                <a:solidFill>
                  <a:srgbClr val="112B45"/>
                </a:solidFill>
              </a:defRPr>
            </a:lvl4pPr>
            <a:lvl5pPr>
              <a:defRPr sz="840" b="1">
                <a:solidFill>
                  <a:srgbClr val="112B45"/>
                </a:solidFill>
              </a:defRPr>
            </a:lvl5pPr>
            <a:lvl6pPr>
              <a:defRPr sz="840" b="1">
                <a:solidFill>
                  <a:srgbClr val="112B45"/>
                </a:solidFill>
              </a:defRPr>
            </a:lvl6pPr>
            <a:lvl7pPr>
              <a:defRPr sz="840" b="1">
                <a:solidFill>
                  <a:srgbClr val="112B45"/>
                </a:solidFill>
              </a:defRPr>
            </a:lvl7pPr>
            <a:lvl8pPr>
              <a:defRPr sz="840" b="1">
                <a:solidFill>
                  <a:srgbClr val="112B45"/>
                </a:solidFill>
              </a:defRPr>
            </a:lvl8pPr>
            <a:lvl9pPr>
              <a:defRPr sz="840" b="1">
                <a:solidFill>
                  <a:srgbClr val="112B45"/>
                </a:solidFill>
              </a:defRPr>
            </a:lvl9pPr>
          </a:lstStyle>
          <a:p xmlns:a="http://schemas.openxmlformats.org/drawingml/2006/main">
            <a:pPr>
              <a:defRPr sz="840" b="1">
                <a:solidFill>
                  <a:srgbClr val="112B45"/>
                </a:solidFill>
              </a:defRPr>
            </a:pPr>
            <a:r>
              <a:rPr sz="840" b="1">
                <a:solidFill>
                  <a:srgbClr val="112B45"/>
                </a:solidFill>
              </a:rPr>
              <a:t>Operate: unresolved end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AA6A03-B984-4351-A764-B774768C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8584" y="4224528"/>
            <a:ext cx="418795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05" b="0">
                <a:solidFill>
                  <a:srgbClr val="536576"/>
                </a:solidFill>
              </a:defRPr>
            </a:defPPr>
            <a:lvl1pPr>
              <a:defRPr sz="705" b="0">
                <a:solidFill>
                  <a:srgbClr val="536576"/>
                </a:solidFill>
              </a:defRPr>
            </a:lvl1pPr>
            <a:lvl2pPr>
              <a:defRPr sz="705" b="0">
                <a:solidFill>
                  <a:srgbClr val="536576"/>
                </a:solidFill>
              </a:defRPr>
            </a:lvl2pPr>
            <a:lvl3pPr>
              <a:defRPr sz="705" b="0">
                <a:solidFill>
                  <a:srgbClr val="536576"/>
                </a:solidFill>
              </a:defRPr>
            </a:lvl3pPr>
            <a:lvl4pPr>
              <a:defRPr sz="705" b="0">
                <a:solidFill>
                  <a:srgbClr val="536576"/>
                </a:solidFill>
              </a:defRPr>
            </a:lvl4pPr>
            <a:lvl5pPr>
              <a:defRPr sz="705" b="0">
                <a:solidFill>
                  <a:srgbClr val="536576"/>
                </a:solidFill>
              </a:defRPr>
            </a:lvl5pPr>
            <a:lvl6pPr>
              <a:defRPr sz="705" b="0">
                <a:solidFill>
                  <a:srgbClr val="536576"/>
                </a:solidFill>
              </a:defRPr>
            </a:lvl6pPr>
            <a:lvl7pPr>
              <a:defRPr sz="705" b="0">
                <a:solidFill>
                  <a:srgbClr val="536576"/>
                </a:solidFill>
              </a:defRPr>
            </a:lvl7pPr>
            <a:lvl8pPr>
              <a:defRPr sz="705" b="0">
                <a:solidFill>
                  <a:srgbClr val="536576"/>
                </a:solidFill>
              </a:defRPr>
            </a:lvl8pPr>
            <a:lvl9pPr>
              <a:defRPr sz="705" b="0">
                <a:solidFill>
                  <a:srgbClr val="536576"/>
                </a:solidFill>
              </a:defRPr>
            </a:lvl9pPr>
          </a:lstStyle>
          <a:p xmlns:a="http://schemas.openxmlformats.org/drawingml/2006/main">
            <a:pPr>
              <a:defRPr sz="705" b="0">
                <a:solidFill>
                  <a:srgbClr val="536576"/>
                </a:solidFill>
              </a:defRPr>
            </a:pPr>
            <a:r>
              <a:rPr sz="705" b="0">
                <a:solidFill>
                  <a:srgbClr val="536576"/>
                </a:solidFill>
              </a:rPr>
              <a:t>Retry = No reaches the External data unresolved end event.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FFC505-DD5B-4E2F-ABDA-5E60DBA0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190488"/>
            <a:ext cx="1088136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75" b="0">
                <a:solidFill>
                  <a:srgbClr val="536576"/>
                </a:solidFill>
              </a:defRPr>
            </a:defPPr>
            <a:lvl1pPr>
              <a:defRPr sz="675" b="0">
                <a:solidFill>
                  <a:srgbClr val="536576"/>
                </a:solidFill>
              </a:defRPr>
            </a:lvl1pPr>
            <a:lvl2pPr>
              <a:defRPr sz="675" b="0">
                <a:solidFill>
                  <a:srgbClr val="536576"/>
                </a:solidFill>
              </a:defRPr>
            </a:lvl2pPr>
            <a:lvl3pPr>
              <a:defRPr sz="675" b="0">
                <a:solidFill>
                  <a:srgbClr val="536576"/>
                </a:solidFill>
              </a:defRPr>
            </a:lvl3pPr>
            <a:lvl4pPr>
              <a:defRPr sz="675" b="0">
                <a:solidFill>
                  <a:srgbClr val="536576"/>
                </a:solidFill>
              </a:defRPr>
            </a:lvl4pPr>
            <a:lvl5pPr>
              <a:defRPr sz="675" b="0">
                <a:solidFill>
                  <a:srgbClr val="536576"/>
                </a:solidFill>
              </a:defRPr>
            </a:lvl5pPr>
            <a:lvl6pPr>
              <a:defRPr sz="675" b="0">
                <a:solidFill>
                  <a:srgbClr val="536576"/>
                </a:solidFill>
              </a:defRPr>
            </a:lvl6pPr>
            <a:lvl7pPr>
              <a:defRPr sz="675" b="0">
                <a:solidFill>
                  <a:srgbClr val="536576"/>
                </a:solidFill>
              </a:defRPr>
            </a:lvl7pPr>
            <a:lvl8pPr>
              <a:defRPr sz="675" b="0">
                <a:solidFill>
                  <a:srgbClr val="536576"/>
                </a:solidFill>
              </a:defRPr>
            </a:lvl8pPr>
            <a:lvl9pPr>
              <a:defRPr sz="675" b="0">
                <a:solidFill>
                  <a:srgbClr val="536576"/>
                </a:solidFill>
              </a:defRPr>
            </a:lvl9pPr>
          </a:lstStyle>
          <a:p xmlns:a="http://schemas.openxmlformats.org/drawingml/2006/main">
            <a:pPr>
              <a:defRPr sz="675" b="0">
                <a:solidFill>
                  <a:srgbClr val="536576"/>
                </a:solidFill>
              </a:defRPr>
            </a:pPr>
            <a:r>
              <a:rPr sz="675" b="0">
                <a:solidFill>
                  <a:srgbClr val="536576"/>
                </a:solidFill>
              </a:rPr>
              <a:t>E1–E2 are embedded from the current submission evidence. E3–E7 identify the exact Tasklist/Operate views to show during the recorded or live walkthrough.</a:t>
            </a:r>
          </a:p>
        </p:txBody>
      </p:sp>
    </p:spTree>
    <p:extLst>
      <p:ext uri="{BB962C8B-B14F-4D97-AF65-F5344CB8AC3E}">
        <p14:creationId xmlns:p14="http://schemas.microsoft.com/office/powerpoint/2010/main" val="392504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2026-10-19T02:47:58.6180000Z</dcterms:created>
  <dcterms:modified xsi:type="dcterms:W3CDTF">2026-10-19T02:47:58.6180000Z</dcterms:modified>
</coreProperties>
</file>